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97" r:id="rId4"/>
  </p:sldMasterIdLst>
  <p:notesMasterIdLst>
    <p:notesMasterId r:id="rId10"/>
  </p:notesMasterIdLst>
  <p:sldIdLst>
    <p:sldId id="2857" r:id="rId5"/>
    <p:sldId id="2883" r:id="rId6"/>
    <p:sldId id="2875" r:id="rId7"/>
    <p:sldId id="2826" r:id="rId8"/>
    <p:sldId id="288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ody" id="{3041B6C9-C6E8-DB4E-86DD-BFA7C410E8E5}">
          <p14:sldIdLst>
            <p14:sldId id="2857"/>
            <p14:sldId id="2883"/>
            <p14:sldId id="2875"/>
            <p14:sldId id="2826"/>
            <p14:sldId id="2882"/>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A3A3C16-C74B-4E33-4EA3-9D32164B987C}" name="Lacy Zimmerman" initials="LZ" userId="S::lacy.zimmerman@domo.com::f7653a3b-ee5d-42fc-b7e4-bacc4d5b12bc" providerId="AD"/>
  <p188:author id="{A231FD88-7DF7-D1FC-1884-745F1F2E6D1E}" name="Wesley Holley" initials="WH" userId="S::wesley.holley@domo.com::fccc2c5c-209d-4205-929f-2561928483da" providerId="AD"/>
  <p188:author id="{63A06CEA-1827-C6E3-963D-46B81583D1ED}" name="Wendy Steinle" initials="WS" userId="S::wendy.steinle@domo.com::17192ca2-1ec1-4665-8f01-76aefe64009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hn Mellor" initials="JM" lastIdx="1" clrIdx="0">
    <p:extLst>
      <p:ext uri="{19B8F6BF-5375-455C-9EA6-DF929625EA0E}">
        <p15:presenceInfo xmlns:p15="http://schemas.microsoft.com/office/powerpoint/2012/main" userId="S::john.mellor@domo.com::82275839-f7b2-475c-b37c-012b690d28d2" providerId="AD"/>
      </p:ext>
    </p:extLst>
  </p:cmAuthor>
  <p:cmAuthor id="2" name="Michael Christensen" initials="MC" lastIdx="4" clrIdx="1">
    <p:extLst>
      <p:ext uri="{19B8F6BF-5375-455C-9EA6-DF929625EA0E}">
        <p15:presenceInfo xmlns:p15="http://schemas.microsoft.com/office/powerpoint/2012/main" userId="S::michael.christensen@domo.com::1fd8c734-5a76-46ed-9f26-945701586d1b" providerId="AD"/>
      </p:ext>
    </p:extLst>
  </p:cmAuthor>
  <p:cmAuthor id="3" name="Matt Mecham" initials="MM" lastIdx="8" clrIdx="2">
    <p:extLst>
      <p:ext uri="{19B8F6BF-5375-455C-9EA6-DF929625EA0E}">
        <p15:presenceInfo xmlns:p15="http://schemas.microsoft.com/office/powerpoint/2012/main" userId="S::Matt.Mecham@domo.com::6b5c62f8-878e-49a4-863c-f4888dc224c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DD4C1"/>
    <a:srgbClr val="ECA4DD"/>
    <a:srgbClr val="C179BD"/>
    <a:srgbClr val="776CB0"/>
    <a:srgbClr val="FF9922"/>
    <a:srgbClr val="222222"/>
    <a:srgbClr val="3F454D"/>
    <a:srgbClr val="68737F"/>
    <a:srgbClr val="B7C1CB"/>
    <a:srgbClr val="F1F6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64"/>
    <p:restoredTop sz="88938"/>
  </p:normalViewPr>
  <p:slideViewPr>
    <p:cSldViewPr snapToGrid="0" showGuides="1">
      <p:cViewPr varScale="1">
        <p:scale>
          <a:sx n="141" d="100"/>
          <a:sy n="141" d="100"/>
        </p:scale>
        <p:origin x="1616" y="184"/>
      </p:cViewPr>
      <p:guideLst>
        <p:guide orient="horz" pos="2160"/>
        <p:guide pos="3864"/>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68813-6DE4-BD4D-A635-F66373B10B36}" type="datetimeFigureOut">
              <a:rPr lang="en-US" smtClean="0"/>
              <a:t>5/29/26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4EA384-6D3C-3042-97CF-6828B16C00C2}" type="slidenum">
              <a:rPr lang="en-US" smtClean="0"/>
              <a:t>‹#›</a:t>
            </a:fld>
            <a:endParaRPr lang="en-US"/>
          </a:p>
        </p:txBody>
      </p:sp>
    </p:spTree>
    <p:extLst>
      <p:ext uri="{BB962C8B-B14F-4D97-AF65-F5344CB8AC3E}">
        <p14:creationId xmlns:p14="http://schemas.microsoft.com/office/powerpoint/2010/main" val="2185466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4EA384-6D3C-3042-97CF-6828B16C00C2}" type="slidenum">
              <a:rPr lang="en-US" smtClean="0"/>
              <a:t>2</a:t>
            </a:fld>
            <a:endParaRPr lang="en-US"/>
          </a:p>
        </p:txBody>
      </p:sp>
    </p:spTree>
    <p:extLst>
      <p:ext uri="{BB962C8B-B14F-4D97-AF65-F5344CB8AC3E}">
        <p14:creationId xmlns:p14="http://schemas.microsoft.com/office/powerpoint/2010/main" val="4011399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4EA384-6D3C-3042-97CF-6828B16C00C2}" type="slidenum">
              <a:rPr lang="en-US" smtClean="0"/>
              <a:t>4</a:t>
            </a:fld>
            <a:endParaRPr lang="en-US"/>
          </a:p>
        </p:txBody>
      </p:sp>
    </p:spTree>
    <p:extLst>
      <p:ext uri="{BB962C8B-B14F-4D97-AF65-F5344CB8AC3E}">
        <p14:creationId xmlns:p14="http://schemas.microsoft.com/office/powerpoint/2010/main" val="3061001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4EA384-6D3C-3042-97CF-6828B16C00C2}" type="slidenum">
              <a:rPr lang="en-US" smtClean="0"/>
              <a:t>5</a:t>
            </a:fld>
            <a:endParaRPr lang="en-US"/>
          </a:p>
        </p:txBody>
      </p:sp>
    </p:spTree>
    <p:extLst>
      <p:ext uri="{BB962C8B-B14F-4D97-AF65-F5344CB8AC3E}">
        <p14:creationId xmlns:p14="http://schemas.microsoft.com/office/powerpoint/2010/main" val="2109578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1227A041-A923-EB44-942F-95AEF1D8823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7204B65-49E2-F24E-AF8B-78162125750D}"/>
              </a:ext>
            </a:extLst>
          </p:cNvPr>
          <p:cNvSpPr>
            <a:spLocks noGrp="1"/>
          </p:cNvSpPr>
          <p:nvPr>
            <p:ph type="title" hasCustomPrompt="1"/>
          </p:nvPr>
        </p:nvSpPr>
        <p:spPr>
          <a:xfrm>
            <a:off x="312313"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Presentation title</a:t>
            </a:r>
          </a:p>
        </p:txBody>
      </p:sp>
      <p:sp>
        <p:nvSpPr>
          <p:cNvPr id="13" name="Text Placeholder 12">
            <a:extLst>
              <a:ext uri="{FF2B5EF4-FFF2-40B4-BE49-F238E27FC236}">
                <a16:creationId xmlns:a16="http://schemas.microsoft.com/office/drawing/2014/main" id="{D5BBEDEC-1AD5-DC46-B6FC-574A666B26BC}"/>
              </a:ext>
            </a:extLst>
          </p:cNvPr>
          <p:cNvSpPr>
            <a:spLocks noGrp="1"/>
          </p:cNvSpPr>
          <p:nvPr>
            <p:ph type="body" sz="quarter" idx="13" hasCustomPrompt="1"/>
          </p:nvPr>
        </p:nvSpPr>
        <p:spPr>
          <a:xfrm>
            <a:off x="312313" y="4019567"/>
            <a:ext cx="11196322" cy="445659"/>
          </a:xfrm>
        </p:spPr>
        <p:txBody>
          <a:bodyPr>
            <a:noAutofit/>
          </a:bodyPr>
          <a:lstStyle>
            <a:lvl1pPr marL="0" indent="0" algn="l">
              <a:buNone/>
              <a:defRPr sz="3000" b="0" i="0" cap="none" baseline="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lvl="0"/>
            <a:r>
              <a:rPr lang="en-US"/>
              <a:t>Presentation description</a:t>
            </a:r>
          </a:p>
        </p:txBody>
      </p:sp>
      <p:sp>
        <p:nvSpPr>
          <p:cNvPr id="6" name="Text Placeholder 12">
            <a:extLst>
              <a:ext uri="{FF2B5EF4-FFF2-40B4-BE49-F238E27FC236}">
                <a16:creationId xmlns:a16="http://schemas.microsoft.com/office/drawing/2014/main" id="{2289A81E-6913-6D4C-B50B-0DF1C66D8426}"/>
              </a:ext>
            </a:extLst>
          </p:cNvPr>
          <p:cNvSpPr>
            <a:spLocks noGrp="1"/>
          </p:cNvSpPr>
          <p:nvPr>
            <p:ph type="body" sz="quarter" idx="14" hasCustomPrompt="1"/>
          </p:nvPr>
        </p:nvSpPr>
        <p:spPr>
          <a:xfrm>
            <a:off x="312313" y="6021178"/>
            <a:ext cx="11196322" cy="337931"/>
          </a:xfrm>
        </p:spPr>
        <p:txBody>
          <a:bodyPr>
            <a:normAutofit/>
          </a:bodyPr>
          <a:lstStyle>
            <a:lvl1pPr marL="0" indent="0" algn="l">
              <a:buNone/>
              <a:defRPr sz="2000" b="0" i="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Name, Date, other info</a:t>
            </a:r>
          </a:p>
          <a:p>
            <a:pPr lvl="0"/>
            <a:endParaRPr lang="en-US"/>
          </a:p>
        </p:txBody>
      </p:sp>
      <p:pic>
        <p:nvPicPr>
          <p:cNvPr id="7" name="Graphic 6">
            <a:extLst>
              <a:ext uri="{FF2B5EF4-FFF2-40B4-BE49-F238E27FC236}">
                <a16:creationId xmlns:a16="http://schemas.microsoft.com/office/drawing/2014/main" id="{AF2B9484-FBDB-EA4C-8E6B-B7624B4856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77" y="530711"/>
            <a:ext cx="1554271" cy="1554271"/>
          </a:xfrm>
          <a:prstGeom prst="rect">
            <a:avLst/>
          </a:prstGeom>
        </p:spPr>
      </p:pic>
    </p:spTree>
    <p:extLst>
      <p:ext uri="{BB962C8B-B14F-4D97-AF65-F5344CB8AC3E}">
        <p14:creationId xmlns:p14="http://schemas.microsoft.com/office/powerpoint/2010/main" val="1985965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D494D637-CE8A-254C-BFB0-4AA6EDA9D0D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7677" y="500989"/>
            <a:ext cx="1554271" cy="1554271"/>
          </a:xfrm>
          <a:prstGeom prst="rect">
            <a:avLst/>
          </a:prstGeom>
        </p:spPr>
      </p:pic>
      <p:sp>
        <p:nvSpPr>
          <p:cNvPr id="9" name="Title 1">
            <a:extLst>
              <a:ext uri="{FF2B5EF4-FFF2-40B4-BE49-F238E27FC236}">
                <a16:creationId xmlns:a16="http://schemas.microsoft.com/office/drawing/2014/main" id="{B4768F67-242D-DB43-AE11-747E7C5DB6C1}"/>
              </a:ext>
            </a:extLst>
          </p:cNvPr>
          <p:cNvSpPr>
            <a:spLocks noGrp="1"/>
          </p:cNvSpPr>
          <p:nvPr>
            <p:ph type="title" hasCustomPrompt="1"/>
          </p:nvPr>
        </p:nvSpPr>
        <p:spPr>
          <a:xfrm>
            <a:off x="312314"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Presentation title</a:t>
            </a:r>
          </a:p>
        </p:txBody>
      </p:sp>
      <p:sp>
        <p:nvSpPr>
          <p:cNvPr id="10" name="Text Placeholder 12">
            <a:extLst>
              <a:ext uri="{FF2B5EF4-FFF2-40B4-BE49-F238E27FC236}">
                <a16:creationId xmlns:a16="http://schemas.microsoft.com/office/drawing/2014/main" id="{DB86D7D4-86C3-1F45-BE63-003012B96611}"/>
              </a:ext>
            </a:extLst>
          </p:cNvPr>
          <p:cNvSpPr>
            <a:spLocks noGrp="1"/>
          </p:cNvSpPr>
          <p:nvPr>
            <p:ph type="body" sz="quarter" idx="13" hasCustomPrompt="1"/>
          </p:nvPr>
        </p:nvSpPr>
        <p:spPr>
          <a:xfrm>
            <a:off x="312313" y="4019567"/>
            <a:ext cx="11196322" cy="445659"/>
          </a:xfrm>
        </p:spPr>
        <p:txBody>
          <a:bodyPr>
            <a:noAutofit/>
          </a:bodyPr>
          <a:lstStyle>
            <a:lvl1pPr marL="0" indent="0" algn="l">
              <a:buNone/>
              <a:defRPr sz="3000" b="0" i="0" cap="none" baseline="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lvl="0"/>
            <a:r>
              <a:rPr lang="en-US"/>
              <a:t>Presentation description</a:t>
            </a:r>
          </a:p>
        </p:txBody>
      </p:sp>
      <p:sp>
        <p:nvSpPr>
          <p:cNvPr id="11" name="Text Placeholder 12">
            <a:extLst>
              <a:ext uri="{FF2B5EF4-FFF2-40B4-BE49-F238E27FC236}">
                <a16:creationId xmlns:a16="http://schemas.microsoft.com/office/drawing/2014/main" id="{C630E402-1FAD-2C4E-9C3F-EAE42BC2F85D}"/>
              </a:ext>
            </a:extLst>
          </p:cNvPr>
          <p:cNvSpPr>
            <a:spLocks noGrp="1"/>
          </p:cNvSpPr>
          <p:nvPr>
            <p:ph type="body" sz="quarter" idx="14" hasCustomPrompt="1"/>
          </p:nvPr>
        </p:nvSpPr>
        <p:spPr>
          <a:xfrm>
            <a:off x="312313" y="6021178"/>
            <a:ext cx="11196322" cy="337931"/>
          </a:xfrm>
        </p:spPr>
        <p:txBody>
          <a:bodyPr>
            <a:normAutofit/>
          </a:bodyPr>
          <a:lstStyle>
            <a:lvl1pPr marL="0" indent="0" algn="l">
              <a:buNone/>
              <a:defRPr sz="2000" b="0" i="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Name, Date, other info</a:t>
            </a:r>
          </a:p>
          <a:p>
            <a:pPr lvl="0"/>
            <a:endParaRPr lang="en-US"/>
          </a:p>
        </p:txBody>
      </p:sp>
      <p:pic>
        <p:nvPicPr>
          <p:cNvPr id="16" name="Picture 15" descr="Shape, background pattern&#10;&#10;Description automatically generated">
            <a:extLst>
              <a:ext uri="{FF2B5EF4-FFF2-40B4-BE49-F238E27FC236}">
                <a16:creationId xmlns:a16="http://schemas.microsoft.com/office/drawing/2014/main" id="{D42FA5F9-8A21-AE45-A04D-D1834BDFA904}"/>
              </a:ext>
            </a:extLst>
          </p:cNvPr>
          <p:cNvPicPr>
            <a:picLocks noChangeAspect="1"/>
          </p:cNvPicPr>
          <p:nvPr userDrawn="1"/>
        </p:nvPicPr>
        <p:blipFill>
          <a:blip r:embed="rId3"/>
          <a:stretch>
            <a:fillRect/>
          </a:stretch>
        </p:blipFill>
        <p:spPr>
          <a:xfrm>
            <a:off x="2333735" y="0"/>
            <a:ext cx="12192000" cy="6858000"/>
          </a:xfrm>
          <a:prstGeom prst="rect">
            <a:avLst/>
          </a:prstGeom>
        </p:spPr>
      </p:pic>
    </p:spTree>
    <p:extLst>
      <p:ext uri="{BB962C8B-B14F-4D97-AF65-F5344CB8AC3E}">
        <p14:creationId xmlns:p14="http://schemas.microsoft.com/office/powerpoint/2010/main" val="458353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blue gradient">
    <p:spTree>
      <p:nvGrpSpPr>
        <p:cNvPr id="1" name=""/>
        <p:cNvGrpSpPr/>
        <p:nvPr/>
      </p:nvGrpSpPr>
      <p:grpSpPr>
        <a:xfrm>
          <a:off x="0" y="0"/>
          <a:ext cx="0" cy="0"/>
          <a:chOff x="0" y="0"/>
          <a:chExt cx="0" cy="0"/>
        </a:xfrm>
      </p:grpSpPr>
      <p:pic>
        <p:nvPicPr>
          <p:cNvPr id="13" name="Picture 12" descr="Background pattern&#10;&#10;Description automatically generated">
            <a:extLst>
              <a:ext uri="{FF2B5EF4-FFF2-40B4-BE49-F238E27FC236}">
                <a16:creationId xmlns:a16="http://schemas.microsoft.com/office/drawing/2014/main" id="{328318B3-FF74-E046-B261-A570CB9B0F1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B4768F67-242D-DB43-AE11-747E7C5DB6C1}"/>
              </a:ext>
            </a:extLst>
          </p:cNvPr>
          <p:cNvSpPr>
            <a:spLocks noGrp="1"/>
          </p:cNvSpPr>
          <p:nvPr>
            <p:ph type="title" hasCustomPrompt="1"/>
          </p:nvPr>
        </p:nvSpPr>
        <p:spPr>
          <a:xfrm>
            <a:off x="312314"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Presentation title</a:t>
            </a:r>
          </a:p>
        </p:txBody>
      </p:sp>
      <p:sp>
        <p:nvSpPr>
          <p:cNvPr id="10" name="Text Placeholder 12">
            <a:extLst>
              <a:ext uri="{FF2B5EF4-FFF2-40B4-BE49-F238E27FC236}">
                <a16:creationId xmlns:a16="http://schemas.microsoft.com/office/drawing/2014/main" id="{DB86D7D4-86C3-1F45-BE63-003012B96611}"/>
              </a:ext>
            </a:extLst>
          </p:cNvPr>
          <p:cNvSpPr>
            <a:spLocks noGrp="1"/>
          </p:cNvSpPr>
          <p:nvPr>
            <p:ph type="body" sz="quarter" idx="13" hasCustomPrompt="1"/>
          </p:nvPr>
        </p:nvSpPr>
        <p:spPr>
          <a:xfrm>
            <a:off x="312313" y="4019567"/>
            <a:ext cx="11196322" cy="445659"/>
          </a:xfrm>
        </p:spPr>
        <p:txBody>
          <a:bodyPr>
            <a:noAutofit/>
          </a:bodyPr>
          <a:lstStyle>
            <a:lvl1pPr marL="0" indent="0" algn="l">
              <a:buNone/>
              <a:defRPr sz="3000" b="0" i="0" cap="none" baseline="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lvl="0"/>
            <a:r>
              <a:rPr lang="en-US"/>
              <a:t>Sub Title</a:t>
            </a:r>
          </a:p>
        </p:txBody>
      </p:sp>
      <p:sp>
        <p:nvSpPr>
          <p:cNvPr id="11" name="Text Placeholder 12">
            <a:extLst>
              <a:ext uri="{FF2B5EF4-FFF2-40B4-BE49-F238E27FC236}">
                <a16:creationId xmlns:a16="http://schemas.microsoft.com/office/drawing/2014/main" id="{C630E402-1FAD-2C4E-9C3F-EAE42BC2F85D}"/>
              </a:ext>
            </a:extLst>
          </p:cNvPr>
          <p:cNvSpPr>
            <a:spLocks noGrp="1"/>
          </p:cNvSpPr>
          <p:nvPr>
            <p:ph type="body" sz="quarter" idx="14" hasCustomPrompt="1"/>
          </p:nvPr>
        </p:nvSpPr>
        <p:spPr>
          <a:xfrm>
            <a:off x="312313" y="6021178"/>
            <a:ext cx="11196322" cy="337931"/>
          </a:xfrm>
        </p:spPr>
        <p:txBody>
          <a:bodyPr>
            <a:normAutofit/>
          </a:bodyPr>
          <a:lstStyle>
            <a:lvl1pPr marL="0" indent="0" algn="l">
              <a:buNone/>
              <a:defRPr sz="2000" b="0" i="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lvl="0"/>
            <a:r>
              <a:rPr lang="en-US"/>
              <a:t>Name Name, Date, other info</a:t>
            </a:r>
          </a:p>
        </p:txBody>
      </p:sp>
      <p:pic>
        <p:nvPicPr>
          <p:cNvPr id="7" name="Graphic 6">
            <a:extLst>
              <a:ext uri="{FF2B5EF4-FFF2-40B4-BE49-F238E27FC236}">
                <a16:creationId xmlns:a16="http://schemas.microsoft.com/office/drawing/2014/main" id="{03257747-739A-D940-818C-BF8CD835C0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77" y="500989"/>
            <a:ext cx="1554271" cy="1554271"/>
          </a:xfrm>
          <a:prstGeom prst="rect">
            <a:avLst/>
          </a:prstGeom>
        </p:spPr>
      </p:pic>
    </p:spTree>
    <p:extLst>
      <p:ext uri="{BB962C8B-B14F-4D97-AF65-F5344CB8AC3E}">
        <p14:creationId xmlns:p14="http://schemas.microsoft.com/office/powerpoint/2010/main" val="1385355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 blu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1227A041-A923-EB44-942F-95AEF1D8823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7204B65-49E2-F24E-AF8B-78162125750D}"/>
              </a:ext>
            </a:extLst>
          </p:cNvPr>
          <p:cNvSpPr>
            <a:spLocks noGrp="1"/>
          </p:cNvSpPr>
          <p:nvPr>
            <p:ph type="title" hasCustomPrompt="1"/>
          </p:nvPr>
        </p:nvSpPr>
        <p:spPr>
          <a:xfrm>
            <a:off x="362418"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Section title</a:t>
            </a:r>
          </a:p>
        </p:txBody>
      </p:sp>
      <p:sp>
        <p:nvSpPr>
          <p:cNvPr id="13" name="Text Placeholder 12">
            <a:extLst>
              <a:ext uri="{FF2B5EF4-FFF2-40B4-BE49-F238E27FC236}">
                <a16:creationId xmlns:a16="http://schemas.microsoft.com/office/drawing/2014/main" id="{D5BBEDEC-1AD5-DC46-B6FC-574A666B26BC}"/>
              </a:ext>
            </a:extLst>
          </p:cNvPr>
          <p:cNvSpPr>
            <a:spLocks noGrp="1"/>
          </p:cNvSpPr>
          <p:nvPr>
            <p:ph type="body" sz="quarter" idx="13" hasCustomPrompt="1"/>
          </p:nvPr>
        </p:nvSpPr>
        <p:spPr>
          <a:xfrm>
            <a:off x="362417" y="4019567"/>
            <a:ext cx="11196322" cy="445659"/>
          </a:xfrm>
        </p:spPr>
        <p:txBody>
          <a:bodyPr>
            <a:noAutofit/>
          </a:bodyPr>
          <a:lstStyle>
            <a:lvl1pPr marL="0" indent="0" algn="l">
              <a:buNone/>
              <a:defRPr sz="3000" b="0" i="0" cap="none" baseline="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lvl="0"/>
            <a:r>
              <a:rPr lang="en-US"/>
              <a:t>Section sub title or description</a:t>
            </a:r>
          </a:p>
        </p:txBody>
      </p:sp>
      <p:pic>
        <p:nvPicPr>
          <p:cNvPr id="5" name="Graphic 4">
            <a:extLst>
              <a:ext uri="{FF2B5EF4-FFF2-40B4-BE49-F238E27FC236}">
                <a16:creationId xmlns:a16="http://schemas.microsoft.com/office/drawing/2014/main" id="{BF2CA3A5-D3A3-6140-9118-3B5F604B92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77" y="530711"/>
            <a:ext cx="1554271" cy="1554271"/>
          </a:xfrm>
          <a:prstGeom prst="rect">
            <a:avLst/>
          </a:prstGeom>
        </p:spPr>
      </p:pic>
    </p:spTree>
    <p:extLst>
      <p:ext uri="{BB962C8B-B14F-4D97-AF65-F5344CB8AC3E}">
        <p14:creationId xmlns:p14="http://schemas.microsoft.com/office/powerpoint/2010/main" val="307784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B4768F67-242D-DB43-AE11-747E7C5DB6C1}"/>
              </a:ext>
            </a:extLst>
          </p:cNvPr>
          <p:cNvSpPr>
            <a:spLocks noGrp="1"/>
          </p:cNvSpPr>
          <p:nvPr>
            <p:ph type="title" hasCustomPrompt="1"/>
          </p:nvPr>
        </p:nvSpPr>
        <p:spPr>
          <a:xfrm>
            <a:off x="362418"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Section title</a:t>
            </a:r>
          </a:p>
        </p:txBody>
      </p:sp>
      <p:sp>
        <p:nvSpPr>
          <p:cNvPr id="10" name="Text Placeholder 12">
            <a:extLst>
              <a:ext uri="{FF2B5EF4-FFF2-40B4-BE49-F238E27FC236}">
                <a16:creationId xmlns:a16="http://schemas.microsoft.com/office/drawing/2014/main" id="{DB86D7D4-86C3-1F45-BE63-003012B96611}"/>
              </a:ext>
            </a:extLst>
          </p:cNvPr>
          <p:cNvSpPr>
            <a:spLocks noGrp="1"/>
          </p:cNvSpPr>
          <p:nvPr>
            <p:ph type="body" sz="quarter" idx="13" hasCustomPrompt="1"/>
          </p:nvPr>
        </p:nvSpPr>
        <p:spPr>
          <a:xfrm>
            <a:off x="362417" y="4019567"/>
            <a:ext cx="11196322" cy="445659"/>
          </a:xfrm>
        </p:spPr>
        <p:txBody>
          <a:bodyPr>
            <a:noAutofit/>
          </a:bodyPr>
          <a:lstStyle>
            <a:lvl1pPr marL="0" indent="0" algn="l">
              <a:buNone/>
              <a:defRPr sz="3000" b="0" i="0" cap="none" baseline="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sub title or description</a:t>
            </a:r>
          </a:p>
          <a:p>
            <a:pPr lvl="0"/>
            <a:endParaRPr lang="en-US"/>
          </a:p>
        </p:txBody>
      </p:sp>
      <p:pic>
        <p:nvPicPr>
          <p:cNvPr id="16" name="Picture 15" descr="Shape, background pattern&#10;&#10;Description automatically generated">
            <a:extLst>
              <a:ext uri="{FF2B5EF4-FFF2-40B4-BE49-F238E27FC236}">
                <a16:creationId xmlns:a16="http://schemas.microsoft.com/office/drawing/2014/main" id="{D42FA5F9-8A21-AE45-A04D-D1834BDFA904}"/>
              </a:ext>
            </a:extLst>
          </p:cNvPr>
          <p:cNvPicPr>
            <a:picLocks noChangeAspect="1"/>
          </p:cNvPicPr>
          <p:nvPr userDrawn="1"/>
        </p:nvPicPr>
        <p:blipFill>
          <a:blip r:embed="rId2"/>
          <a:stretch>
            <a:fillRect/>
          </a:stretch>
        </p:blipFill>
        <p:spPr>
          <a:xfrm>
            <a:off x="2333735" y="0"/>
            <a:ext cx="12192000" cy="6858000"/>
          </a:xfrm>
          <a:prstGeom prst="rect">
            <a:avLst/>
          </a:prstGeom>
        </p:spPr>
      </p:pic>
      <p:pic>
        <p:nvPicPr>
          <p:cNvPr id="6" name="Graphic 5">
            <a:extLst>
              <a:ext uri="{FF2B5EF4-FFF2-40B4-BE49-F238E27FC236}">
                <a16:creationId xmlns:a16="http://schemas.microsoft.com/office/drawing/2014/main" id="{543C4539-75B8-8A43-A3C5-64265493A70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77" y="500989"/>
            <a:ext cx="1554271" cy="1554271"/>
          </a:xfrm>
          <a:prstGeom prst="rect">
            <a:avLst/>
          </a:prstGeom>
        </p:spPr>
      </p:pic>
    </p:spTree>
    <p:extLst>
      <p:ext uri="{BB962C8B-B14F-4D97-AF65-F5344CB8AC3E}">
        <p14:creationId xmlns:p14="http://schemas.microsoft.com/office/powerpoint/2010/main" val="3328535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 blue gradient">
    <p:spTree>
      <p:nvGrpSpPr>
        <p:cNvPr id="1" name=""/>
        <p:cNvGrpSpPr/>
        <p:nvPr/>
      </p:nvGrpSpPr>
      <p:grpSpPr>
        <a:xfrm>
          <a:off x="0" y="0"/>
          <a:ext cx="0" cy="0"/>
          <a:chOff x="0" y="0"/>
          <a:chExt cx="0" cy="0"/>
        </a:xfrm>
      </p:grpSpPr>
      <p:pic>
        <p:nvPicPr>
          <p:cNvPr id="13" name="Picture 12" descr="Background pattern&#10;&#10;Description automatically generated">
            <a:extLst>
              <a:ext uri="{FF2B5EF4-FFF2-40B4-BE49-F238E27FC236}">
                <a16:creationId xmlns:a16="http://schemas.microsoft.com/office/drawing/2014/main" id="{328318B3-FF74-E046-B261-A570CB9B0F1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B4768F67-242D-DB43-AE11-747E7C5DB6C1}"/>
              </a:ext>
            </a:extLst>
          </p:cNvPr>
          <p:cNvSpPr>
            <a:spLocks noGrp="1"/>
          </p:cNvSpPr>
          <p:nvPr>
            <p:ph type="title" hasCustomPrompt="1"/>
          </p:nvPr>
        </p:nvSpPr>
        <p:spPr>
          <a:xfrm>
            <a:off x="362418"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Section title</a:t>
            </a:r>
          </a:p>
        </p:txBody>
      </p:sp>
      <p:sp>
        <p:nvSpPr>
          <p:cNvPr id="10" name="Text Placeholder 12">
            <a:extLst>
              <a:ext uri="{FF2B5EF4-FFF2-40B4-BE49-F238E27FC236}">
                <a16:creationId xmlns:a16="http://schemas.microsoft.com/office/drawing/2014/main" id="{DB86D7D4-86C3-1F45-BE63-003012B96611}"/>
              </a:ext>
            </a:extLst>
          </p:cNvPr>
          <p:cNvSpPr>
            <a:spLocks noGrp="1"/>
          </p:cNvSpPr>
          <p:nvPr>
            <p:ph type="body" sz="quarter" idx="13" hasCustomPrompt="1"/>
          </p:nvPr>
        </p:nvSpPr>
        <p:spPr>
          <a:xfrm>
            <a:off x="362417" y="4019567"/>
            <a:ext cx="11196322" cy="445659"/>
          </a:xfrm>
        </p:spPr>
        <p:txBody>
          <a:bodyPr>
            <a:noAutofit/>
          </a:bodyPr>
          <a:lstStyle>
            <a:lvl1pPr marL="0" indent="0" algn="l">
              <a:buNone/>
              <a:defRPr sz="3000" b="0" i="0" cap="none" baseline="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Section sub title or description</a:t>
            </a:r>
          </a:p>
          <a:p>
            <a:pPr lvl="0"/>
            <a:endParaRPr lang="en-US"/>
          </a:p>
        </p:txBody>
      </p:sp>
      <p:pic>
        <p:nvPicPr>
          <p:cNvPr id="5" name="Graphic 4">
            <a:extLst>
              <a:ext uri="{FF2B5EF4-FFF2-40B4-BE49-F238E27FC236}">
                <a16:creationId xmlns:a16="http://schemas.microsoft.com/office/drawing/2014/main" id="{45FA1AD2-ECC0-A948-9A3E-78D7229BA94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77" y="500989"/>
            <a:ext cx="1554271" cy="1554271"/>
          </a:xfrm>
          <a:prstGeom prst="rect">
            <a:avLst/>
          </a:prstGeom>
        </p:spPr>
      </p:pic>
    </p:spTree>
    <p:extLst>
      <p:ext uri="{BB962C8B-B14F-4D97-AF65-F5344CB8AC3E}">
        <p14:creationId xmlns:p14="http://schemas.microsoft.com/office/powerpoint/2010/main" val="156919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eaker - 1">
    <p:bg>
      <p:bgPr>
        <a:solidFill>
          <a:schemeClr val="bg1"/>
        </a:solid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4C9B4ACA-625F-4B46-A033-5B9F0C2491B7}"/>
              </a:ext>
            </a:extLst>
          </p:cNvPr>
          <p:cNvSpPr>
            <a:spLocks noGrp="1"/>
          </p:cNvSpPr>
          <p:nvPr>
            <p:ph type="pic" sz="quarter" idx="10" hasCustomPrompt="1"/>
          </p:nvPr>
        </p:nvSpPr>
        <p:spPr>
          <a:xfrm>
            <a:off x="4960937" y="1511799"/>
            <a:ext cx="2270127" cy="2270127"/>
          </a:xfrm>
          <a:prstGeom prst="ellipse">
            <a:avLst/>
          </a:prstGeom>
        </p:spPr>
        <p:txBody>
          <a:bodyPr>
            <a:normAutofit/>
          </a:bodyPr>
          <a:lstStyle>
            <a:lvl1pPr marL="0" indent="0" algn="ctr">
              <a:buNone/>
              <a:defRPr sz="1800"/>
            </a:lvl1pPr>
          </a:lstStyle>
          <a:p>
            <a:r>
              <a:rPr lang="en-US"/>
              <a:t>Click icon to add speaker photo</a:t>
            </a:r>
          </a:p>
        </p:txBody>
      </p:sp>
      <p:sp>
        <p:nvSpPr>
          <p:cNvPr id="8" name="AutoShape 7">
            <a:extLst>
              <a:ext uri="{FF2B5EF4-FFF2-40B4-BE49-F238E27FC236}">
                <a16:creationId xmlns:a16="http://schemas.microsoft.com/office/drawing/2014/main" id="{491C58E8-0763-894D-B7AF-1BCF23F7A0E3}"/>
              </a:ext>
            </a:extLst>
          </p:cNvPr>
          <p:cNvSpPr>
            <a:spLocks/>
          </p:cNvSpPr>
          <p:nvPr userDrawn="1"/>
        </p:nvSpPr>
        <p:spPr bwMode="auto">
          <a:xfrm flipH="1">
            <a:off x="4832381" y="1383243"/>
            <a:ext cx="2527238" cy="252723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3"/>
                  <a:pt x="20639" y="12953"/>
                  <a:pt x="16796" y="16796"/>
                </a:cubicBezTo>
                <a:cubicBezTo>
                  <a:pt x="12953" y="20639"/>
                  <a:pt x="6723" y="20639"/>
                  <a:pt x="2881" y="16796"/>
                </a:cubicBezTo>
                <a:cubicBezTo>
                  <a:pt x="-961" y="12953"/>
                  <a:pt x="-961" y="6723"/>
                  <a:pt x="2881" y="2881"/>
                </a:cubicBezTo>
                <a:cubicBezTo>
                  <a:pt x="6723" y="-961"/>
                  <a:pt x="12953" y="-961"/>
                  <a:pt x="16796" y="2881"/>
                </a:cubicBezTo>
              </a:path>
            </a:pathLst>
          </a:custGeom>
          <a:noFill/>
          <a:ln w="63500" cap="flat" cmpd="sng">
            <a:gradFill>
              <a:gsLst>
                <a:gs pos="0">
                  <a:srgbClr val="99CBED"/>
                </a:gs>
                <a:gs pos="100000">
                  <a:srgbClr val="4B8CBC"/>
                </a:gs>
              </a:gsLst>
              <a:lin ang="5400000" scaled="1"/>
            </a:gra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defTabSz="584200"/>
            <a:endParaRPr lang="en-US" sz="4000">
              <a:solidFill>
                <a:srgbClr val="FFFFFF"/>
              </a:solidFill>
              <a:effectLst>
                <a:outerShdw blurRad="38100" dist="38100" dir="2700000" algn="tl">
                  <a:srgbClr val="000000"/>
                </a:outerShdw>
              </a:effectLst>
            </a:endParaRPr>
          </a:p>
        </p:txBody>
      </p:sp>
      <p:sp>
        <p:nvSpPr>
          <p:cNvPr id="26" name="Slide Number Placeholder 4">
            <a:extLst>
              <a:ext uri="{FF2B5EF4-FFF2-40B4-BE49-F238E27FC236}">
                <a16:creationId xmlns:a16="http://schemas.microsoft.com/office/drawing/2014/main" id="{F4E90125-F0CC-4D4D-BE73-813E0EFEF96B}"/>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29" name="Text Placeholder 5">
            <a:extLst>
              <a:ext uri="{FF2B5EF4-FFF2-40B4-BE49-F238E27FC236}">
                <a16:creationId xmlns:a16="http://schemas.microsoft.com/office/drawing/2014/main" id="{415059E8-62CD-F740-B314-040F50F87429}"/>
              </a:ext>
            </a:extLst>
          </p:cNvPr>
          <p:cNvSpPr>
            <a:spLocks noGrp="1"/>
          </p:cNvSpPr>
          <p:nvPr>
            <p:ph type="body" sz="quarter" idx="18" hasCustomPrompt="1"/>
          </p:nvPr>
        </p:nvSpPr>
        <p:spPr>
          <a:xfrm>
            <a:off x="4372250" y="4245712"/>
            <a:ext cx="3447500" cy="489046"/>
          </a:xfrm>
          <a:prstGeom prst="rect">
            <a:avLst/>
          </a:prstGeom>
        </p:spPr>
        <p:txBody>
          <a:bodyPr anchor="ctr">
            <a:normAutofit/>
          </a:bodyPr>
          <a:lstStyle>
            <a:lvl1pPr marL="0" indent="0" algn="ctr">
              <a:buNone/>
              <a:defRPr sz="24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30" name="Text Placeholder 5">
            <a:extLst>
              <a:ext uri="{FF2B5EF4-FFF2-40B4-BE49-F238E27FC236}">
                <a16:creationId xmlns:a16="http://schemas.microsoft.com/office/drawing/2014/main" id="{3BF28CDD-7EE3-5840-B625-970EE882CB27}"/>
              </a:ext>
            </a:extLst>
          </p:cNvPr>
          <p:cNvSpPr>
            <a:spLocks noGrp="1"/>
          </p:cNvSpPr>
          <p:nvPr>
            <p:ph type="body" sz="quarter" idx="19" hasCustomPrompt="1"/>
          </p:nvPr>
        </p:nvSpPr>
        <p:spPr>
          <a:xfrm>
            <a:off x="4372250" y="4734758"/>
            <a:ext cx="3447500" cy="525310"/>
          </a:xfrm>
          <a:prstGeom prst="rect">
            <a:avLst/>
          </a:prstGeom>
        </p:spPr>
        <p:txBody>
          <a:bodyPr anchor="ctr">
            <a:normAutofit/>
          </a:bodyPr>
          <a:lstStyle>
            <a:lvl1pPr marL="0" indent="0" algn="ctr">
              <a:buNone/>
              <a:defRPr sz="18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Tree>
    <p:extLst>
      <p:ext uri="{BB962C8B-B14F-4D97-AF65-F5344CB8AC3E}">
        <p14:creationId xmlns:p14="http://schemas.microsoft.com/office/powerpoint/2010/main" val="2243827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peaker - 1">
    <p:bg>
      <p:bgPr>
        <a:solidFill>
          <a:schemeClr val="bg1"/>
        </a:solid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4C9B4ACA-625F-4B46-A033-5B9F0C2491B7}"/>
              </a:ext>
            </a:extLst>
          </p:cNvPr>
          <p:cNvSpPr>
            <a:spLocks noGrp="1"/>
          </p:cNvSpPr>
          <p:nvPr>
            <p:ph type="pic" sz="quarter" idx="10" hasCustomPrompt="1"/>
          </p:nvPr>
        </p:nvSpPr>
        <p:spPr>
          <a:xfrm>
            <a:off x="4960937" y="1511799"/>
            <a:ext cx="2270127" cy="2270127"/>
          </a:xfrm>
          <a:prstGeom prst="ellipse">
            <a:avLst/>
          </a:prstGeom>
        </p:spPr>
        <p:txBody>
          <a:bodyPr>
            <a:normAutofit/>
          </a:bodyPr>
          <a:lstStyle>
            <a:lvl1pPr marL="0" indent="0" algn="ctr">
              <a:buNone/>
              <a:defRPr sz="1800"/>
            </a:lvl1pPr>
          </a:lstStyle>
          <a:p>
            <a:r>
              <a:rPr lang="en-US"/>
              <a:t>Click icon to add speaker photo</a:t>
            </a:r>
          </a:p>
        </p:txBody>
      </p:sp>
      <p:sp>
        <p:nvSpPr>
          <p:cNvPr id="8" name="AutoShape 7">
            <a:extLst>
              <a:ext uri="{FF2B5EF4-FFF2-40B4-BE49-F238E27FC236}">
                <a16:creationId xmlns:a16="http://schemas.microsoft.com/office/drawing/2014/main" id="{491C58E8-0763-894D-B7AF-1BCF23F7A0E3}"/>
              </a:ext>
            </a:extLst>
          </p:cNvPr>
          <p:cNvSpPr>
            <a:spLocks/>
          </p:cNvSpPr>
          <p:nvPr userDrawn="1"/>
        </p:nvSpPr>
        <p:spPr bwMode="auto">
          <a:xfrm flipH="1">
            <a:off x="4832381" y="1383243"/>
            <a:ext cx="2527238" cy="252723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3"/>
                  <a:pt x="20639" y="12953"/>
                  <a:pt x="16796" y="16796"/>
                </a:cubicBezTo>
                <a:cubicBezTo>
                  <a:pt x="12953" y="20639"/>
                  <a:pt x="6723" y="20639"/>
                  <a:pt x="2881" y="16796"/>
                </a:cubicBezTo>
                <a:cubicBezTo>
                  <a:pt x="-961" y="12953"/>
                  <a:pt x="-961" y="6723"/>
                  <a:pt x="2881" y="2881"/>
                </a:cubicBezTo>
                <a:cubicBezTo>
                  <a:pt x="6723" y="-961"/>
                  <a:pt x="12953" y="-961"/>
                  <a:pt x="16796" y="2881"/>
                </a:cubicBezTo>
              </a:path>
            </a:pathLst>
          </a:custGeom>
          <a:noFill/>
          <a:ln w="63500" cap="flat" cmpd="sng">
            <a:gradFill>
              <a:gsLst>
                <a:gs pos="0">
                  <a:srgbClr val="99CBED"/>
                </a:gs>
                <a:gs pos="100000">
                  <a:srgbClr val="4B8CBC"/>
                </a:gs>
              </a:gsLst>
              <a:lin ang="5400000" scaled="1"/>
            </a:gra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defTabSz="584200"/>
            <a:endParaRPr lang="en-US" sz="4000">
              <a:solidFill>
                <a:srgbClr val="FFFFFF"/>
              </a:solidFill>
              <a:effectLst>
                <a:outerShdw blurRad="38100" dist="38100" dir="2700000" algn="tl">
                  <a:srgbClr val="000000"/>
                </a:outerShdw>
              </a:effectLst>
            </a:endParaRPr>
          </a:p>
        </p:txBody>
      </p:sp>
      <p:sp>
        <p:nvSpPr>
          <p:cNvPr id="26" name="Slide Number Placeholder 4">
            <a:extLst>
              <a:ext uri="{FF2B5EF4-FFF2-40B4-BE49-F238E27FC236}">
                <a16:creationId xmlns:a16="http://schemas.microsoft.com/office/drawing/2014/main" id="{F4E90125-F0CC-4D4D-BE73-813E0EFEF96B}"/>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29" name="Text Placeholder 5">
            <a:extLst>
              <a:ext uri="{FF2B5EF4-FFF2-40B4-BE49-F238E27FC236}">
                <a16:creationId xmlns:a16="http://schemas.microsoft.com/office/drawing/2014/main" id="{415059E8-62CD-F740-B314-040F50F87429}"/>
              </a:ext>
            </a:extLst>
          </p:cNvPr>
          <p:cNvSpPr>
            <a:spLocks noGrp="1"/>
          </p:cNvSpPr>
          <p:nvPr>
            <p:ph type="body" sz="quarter" idx="18" hasCustomPrompt="1"/>
          </p:nvPr>
        </p:nvSpPr>
        <p:spPr>
          <a:xfrm>
            <a:off x="4372250" y="4245712"/>
            <a:ext cx="3447500" cy="489046"/>
          </a:xfrm>
          <a:prstGeom prst="rect">
            <a:avLst/>
          </a:prstGeom>
        </p:spPr>
        <p:txBody>
          <a:bodyPr anchor="ctr">
            <a:normAutofit/>
          </a:bodyPr>
          <a:lstStyle>
            <a:lvl1pPr marL="0" indent="0" algn="ctr">
              <a:buNone/>
              <a:defRPr sz="24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30" name="Text Placeholder 5">
            <a:extLst>
              <a:ext uri="{FF2B5EF4-FFF2-40B4-BE49-F238E27FC236}">
                <a16:creationId xmlns:a16="http://schemas.microsoft.com/office/drawing/2014/main" id="{3BF28CDD-7EE3-5840-B625-970EE882CB27}"/>
              </a:ext>
            </a:extLst>
          </p:cNvPr>
          <p:cNvSpPr>
            <a:spLocks noGrp="1"/>
          </p:cNvSpPr>
          <p:nvPr>
            <p:ph type="body" sz="quarter" idx="19" hasCustomPrompt="1"/>
          </p:nvPr>
        </p:nvSpPr>
        <p:spPr>
          <a:xfrm>
            <a:off x="4372250" y="4734758"/>
            <a:ext cx="3447500" cy="525310"/>
          </a:xfrm>
          <a:prstGeom prst="rect">
            <a:avLst/>
          </a:prstGeom>
        </p:spPr>
        <p:txBody>
          <a:bodyPr anchor="ctr">
            <a:normAutofit/>
          </a:bodyPr>
          <a:lstStyle>
            <a:lvl1pPr marL="0" indent="0" algn="ctr">
              <a:buNone/>
              <a:defRPr sz="18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Tree>
    <p:extLst>
      <p:ext uri="{BB962C8B-B14F-4D97-AF65-F5344CB8AC3E}">
        <p14:creationId xmlns:p14="http://schemas.microsoft.com/office/powerpoint/2010/main" val="250845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eaker - 2">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3457717-AAAD-2D4C-AAD9-58CFE4BAD9B0}"/>
              </a:ext>
            </a:extLst>
          </p:cNvPr>
          <p:cNvSpPr>
            <a:spLocks noGrp="1"/>
          </p:cNvSpPr>
          <p:nvPr>
            <p:ph type="body" sz="quarter" idx="18" hasCustomPrompt="1"/>
          </p:nvPr>
        </p:nvSpPr>
        <p:spPr>
          <a:xfrm>
            <a:off x="2463247" y="4245712"/>
            <a:ext cx="3447500" cy="489046"/>
          </a:xfrm>
          <a:prstGeom prst="rect">
            <a:avLst/>
          </a:prstGeom>
        </p:spPr>
        <p:txBody>
          <a:bodyPr anchor="ctr">
            <a:normAutofit/>
          </a:bodyPr>
          <a:lstStyle>
            <a:lvl1pPr marL="0" indent="0" algn="ctr">
              <a:buNone/>
              <a:defRPr sz="24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12" name="Text Placeholder 5">
            <a:extLst>
              <a:ext uri="{FF2B5EF4-FFF2-40B4-BE49-F238E27FC236}">
                <a16:creationId xmlns:a16="http://schemas.microsoft.com/office/drawing/2014/main" id="{864C1880-EB96-6A4F-BE00-1922A72CEEA9}"/>
              </a:ext>
            </a:extLst>
          </p:cNvPr>
          <p:cNvSpPr>
            <a:spLocks noGrp="1"/>
          </p:cNvSpPr>
          <p:nvPr>
            <p:ph type="body" sz="quarter" idx="19" hasCustomPrompt="1"/>
          </p:nvPr>
        </p:nvSpPr>
        <p:spPr>
          <a:xfrm>
            <a:off x="2463247" y="4734758"/>
            <a:ext cx="3447500" cy="525310"/>
          </a:xfrm>
          <a:prstGeom prst="rect">
            <a:avLst/>
          </a:prstGeom>
        </p:spPr>
        <p:txBody>
          <a:bodyPr anchor="ctr">
            <a:normAutofit/>
          </a:bodyPr>
          <a:lstStyle>
            <a:lvl1pPr marL="0" indent="0" algn="ctr">
              <a:buNone/>
              <a:defRPr sz="18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
        <p:nvSpPr>
          <p:cNvPr id="7" name="Picture Placeholder 2">
            <a:extLst>
              <a:ext uri="{FF2B5EF4-FFF2-40B4-BE49-F238E27FC236}">
                <a16:creationId xmlns:a16="http://schemas.microsoft.com/office/drawing/2014/main" id="{4C9B4ACA-625F-4B46-A033-5B9F0C2491B7}"/>
              </a:ext>
            </a:extLst>
          </p:cNvPr>
          <p:cNvSpPr>
            <a:spLocks noGrp="1"/>
          </p:cNvSpPr>
          <p:nvPr>
            <p:ph type="pic" sz="quarter" idx="10" hasCustomPrompt="1"/>
          </p:nvPr>
        </p:nvSpPr>
        <p:spPr>
          <a:xfrm>
            <a:off x="3051934" y="1511799"/>
            <a:ext cx="2270127" cy="2270127"/>
          </a:xfrm>
          <a:prstGeom prst="ellipse">
            <a:avLst/>
          </a:prstGeom>
        </p:spPr>
        <p:txBody>
          <a:bodyPr>
            <a:normAutofit/>
          </a:bodyPr>
          <a:lstStyle>
            <a:lvl1pPr marL="0" indent="0" algn="ctr">
              <a:buNone/>
              <a:defRPr sz="1600"/>
            </a:lvl1pPr>
          </a:lstStyle>
          <a:p>
            <a:r>
              <a:rPr lang="en-US"/>
              <a:t>Click icon to add speaker photo</a:t>
            </a:r>
          </a:p>
        </p:txBody>
      </p:sp>
      <p:sp>
        <p:nvSpPr>
          <p:cNvPr id="8" name="AutoShape 7">
            <a:extLst>
              <a:ext uri="{FF2B5EF4-FFF2-40B4-BE49-F238E27FC236}">
                <a16:creationId xmlns:a16="http://schemas.microsoft.com/office/drawing/2014/main" id="{491C58E8-0763-894D-B7AF-1BCF23F7A0E3}"/>
              </a:ext>
            </a:extLst>
          </p:cNvPr>
          <p:cNvSpPr>
            <a:spLocks/>
          </p:cNvSpPr>
          <p:nvPr userDrawn="1"/>
        </p:nvSpPr>
        <p:spPr bwMode="auto">
          <a:xfrm flipH="1">
            <a:off x="2923378" y="1383243"/>
            <a:ext cx="2527238" cy="252723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3"/>
                  <a:pt x="20639" y="12953"/>
                  <a:pt x="16796" y="16796"/>
                </a:cubicBezTo>
                <a:cubicBezTo>
                  <a:pt x="12953" y="20639"/>
                  <a:pt x="6723" y="20639"/>
                  <a:pt x="2881" y="16796"/>
                </a:cubicBezTo>
                <a:cubicBezTo>
                  <a:pt x="-961" y="12953"/>
                  <a:pt x="-961" y="6723"/>
                  <a:pt x="2881" y="2881"/>
                </a:cubicBezTo>
                <a:cubicBezTo>
                  <a:pt x="6723" y="-961"/>
                  <a:pt x="12953" y="-961"/>
                  <a:pt x="16796" y="2881"/>
                </a:cubicBezTo>
              </a:path>
            </a:pathLst>
          </a:custGeom>
          <a:noFill/>
          <a:ln w="63500" cap="flat" cmpd="sng">
            <a:gradFill>
              <a:gsLst>
                <a:gs pos="0">
                  <a:srgbClr val="99CBED"/>
                </a:gs>
                <a:gs pos="100000">
                  <a:srgbClr val="4B8CBC"/>
                </a:gs>
              </a:gsLst>
              <a:lin ang="5400000" scaled="1"/>
            </a:gra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defTabSz="584200"/>
            <a:endParaRPr lang="en-US" sz="4000">
              <a:solidFill>
                <a:srgbClr val="FFFFFF"/>
              </a:solidFill>
              <a:effectLst>
                <a:outerShdw blurRad="38100" dist="38100" dir="2700000" algn="tl">
                  <a:srgbClr val="000000"/>
                </a:outerShdw>
              </a:effectLst>
            </a:endParaRPr>
          </a:p>
        </p:txBody>
      </p:sp>
      <p:sp>
        <p:nvSpPr>
          <p:cNvPr id="18" name="Text Placeholder 5">
            <a:extLst>
              <a:ext uri="{FF2B5EF4-FFF2-40B4-BE49-F238E27FC236}">
                <a16:creationId xmlns:a16="http://schemas.microsoft.com/office/drawing/2014/main" id="{24A8BAE4-324C-AA4E-90EE-ED05D6C15DF4}"/>
              </a:ext>
            </a:extLst>
          </p:cNvPr>
          <p:cNvSpPr>
            <a:spLocks noGrp="1"/>
          </p:cNvSpPr>
          <p:nvPr>
            <p:ph type="body" sz="quarter" idx="20" hasCustomPrompt="1"/>
          </p:nvPr>
        </p:nvSpPr>
        <p:spPr>
          <a:xfrm>
            <a:off x="6295757" y="4245712"/>
            <a:ext cx="3447500" cy="489046"/>
          </a:xfrm>
          <a:prstGeom prst="rect">
            <a:avLst/>
          </a:prstGeom>
        </p:spPr>
        <p:txBody>
          <a:bodyPr anchor="ctr">
            <a:normAutofit/>
          </a:bodyPr>
          <a:lstStyle>
            <a:lvl1pPr marL="0" indent="0" algn="ctr">
              <a:buNone/>
              <a:defRPr sz="24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19" name="Text Placeholder 5">
            <a:extLst>
              <a:ext uri="{FF2B5EF4-FFF2-40B4-BE49-F238E27FC236}">
                <a16:creationId xmlns:a16="http://schemas.microsoft.com/office/drawing/2014/main" id="{B70BD265-45BF-7A40-9CDC-9EA747A0DCD9}"/>
              </a:ext>
            </a:extLst>
          </p:cNvPr>
          <p:cNvSpPr>
            <a:spLocks noGrp="1"/>
          </p:cNvSpPr>
          <p:nvPr>
            <p:ph type="body" sz="quarter" idx="21" hasCustomPrompt="1"/>
          </p:nvPr>
        </p:nvSpPr>
        <p:spPr>
          <a:xfrm>
            <a:off x="6295757" y="4734758"/>
            <a:ext cx="3447500" cy="525310"/>
          </a:xfrm>
          <a:prstGeom prst="rect">
            <a:avLst/>
          </a:prstGeom>
        </p:spPr>
        <p:txBody>
          <a:bodyPr anchor="ctr">
            <a:normAutofit/>
          </a:bodyPr>
          <a:lstStyle>
            <a:lvl1pPr marL="0" indent="0" algn="ctr">
              <a:buNone/>
              <a:defRPr sz="18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
        <p:nvSpPr>
          <p:cNvPr id="20" name="Picture Placeholder 2">
            <a:extLst>
              <a:ext uri="{FF2B5EF4-FFF2-40B4-BE49-F238E27FC236}">
                <a16:creationId xmlns:a16="http://schemas.microsoft.com/office/drawing/2014/main" id="{BEAF484C-F5E2-AA44-93B2-4F97E9D22DEE}"/>
              </a:ext>
            </a:extLst>
          </p:cNvPr>
          <p:cNvSpPr>
            <a:spLocks noGrp="1"/>
          </p:cNvSpPr>
          <p:nvPr>
            <p:ph type="pic" sz="quarter" idx="22" hasCustomPrompt="1"/>
          </p:nvPr>
        </p:nvSpPr>
        <p:spPr>
          <a:xfrm>
            <a:off x="6884444" y="1511799"/>
            <a:ext cx="2270127" cy="2270127"/>
          </a:xfrm>
          <a:prstGeom prst="ellipse">
            <a:avLst/>
          </a:prstGeom>
        </p:spPr>
        <p:txBody>
          <a:bodyPr>
            <a:normAutofit/>
          </a:bodyPr>
          <a:lstStyle>
            <a:lvl1pPr marL="0" indent="0" algn="ctr">
              <a:buNone/>
              <a:defRPr sz="1600"/>
            </a:lvl1pPr>
          </a:lstStyle>
          <a:p>
            <a:r>
              <a:rPr lang="en-US"/>
              <a:t>Click icon to add speaker photo</a:t>
            </a:r>
          </a:p>
        </p:txBody>
      </p:sp>
      <p:sp>
        <p:nvSpPr>
          <p:cNvPr id="21" name="AutoShape 7">
            <a:extLst>
              <a:ext uri="{FF2B5EF4-FFF2-40B4-BE49-F238E27FC236}">
                <a16:creationId xmlns:a16="http://schemas.microsoft.com/office/drawing/2014/main" id="{FA5D2B3B-8955-9243-A54D-950FEC49560F}"/>
              </a:ext>
            </a:extLst>
          </p:cNvPr>
          <p:cNvSpPr>
            <a:spLocks/>
          </p:cNvSpPr>
          <p:nvPr userDrawn="1"/>
        </p:nvSpPr>
        <p:spPr bwMode="auto">
          <a:xfrm flipH="1">
            <a:off x="6755888" y="1383243"/>
            <a:ext cx="2527238" cy="252723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3"/>
                  <a:pt x="20639" y="12953"/>
                  <a:pt x="16796" y="16796"/>
                </a:cubicBezTo>
                <a:cubicBezTo>
                  <a:pt x="12953" y="20639"/>
                  <a:pt x="6723" y="20639"/>
                  <a:pt x="2881" y="16796"/>
                </a:cubicBezTo>
                <a:cubicBezTo>
                  <a:pt x="-961" y="12953"/>
                  <a:pt x="-961" y="6723"/>
                  <a:pt x="2881" y="2881"/>
                </a:cubicBezTo>
                <a:cubicBezTo>
                  <a:pt x="6723" y="-961"/>
                  <a:pt x="12953" y="-961"/>
                  <a:pt x="16796" y="2881"/>
                </a:cubicBezTo>
              </a:path>
            </a:pathLst>
          </a:custGeom>
          <a:noFill/>
          <a:ln w="63500" cap="flat" cmpd="sng">
            <a:gradFill>
              <a:gsLst>
                <a:gs pos="0">
                  <a:srgbClr val="99CBED"/>
                </a:gs>
                <a:gs pos="100000">
                  <a:srgbClr val="4B8CBC"/>
                </a:gs>
              </a:gsLst>
              <a:lin ang="5400000" scaled="1"/>
            </a:gra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defTabSz="584200"/>
            <a:endParaRPr lang="en-US" sz="4000">
              <a:solidFill>
                <a:srgbClr val="FFFFFF"/>
              </a:solidFill>
              <a:effectLst>
                <a:outerShdw blurRad="38100" dist="38100" dir="2700000" algn="tl">
                  <a:srgbClr val="000000"/>
                </a:outerShdw>
              </a:effectLst>
            </a:endParaRPr>
          </a:p>
        </p:txBody>
      </p:sp>
      <p:sp>
        <p:nvSpPr>
          <p:cNvPr id="16" name="Slide Number Placeholder 4">
            <a:extLst>
              <a:ext uri="{FF2B5EF4-FFF2-40B4-BE49-F238E27FC236}">
                <a16:creationId xmlns:a16="http://schemas.microsoft.com/office/drawing/2014/main" id="{976C6570-F10B-9B40-BD79-CC5519F9F047}"/>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84385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aker - 3">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3457717-AAAD-2D4C-AAD9-58CFE4BAD9B0}"/>
              </a:ext>
            </a:extLst>
          </p:cNvPr>
          <p:cNvSpPr>
            <a:spLocks noGrp="1"/>
          </p:cNvSpPr>
          <p:nvPr>
            <p:ph type="body" sz="quarter" idx="18" hasCustomPrompt="1"/>
          </p:nvPr>
        </p:nvSpPr>
        <p:spPr>
          <a:xfrm>
            <a:off x="4372250" y="4245712"/>
            <a:ext cx="3447500" cy="489046"/>
          </a:xfrm>
          <a:prstGeom prst="rect">
            <a:avLst/>
          </a:prstGeom>
        </p:spPr>
        <p:txBody>
          <a:bodyPr anchor="ctr">
            <a:normAutofit/>
          </a:bodyPr>
          <a:lstStyle>
            <a:lvl1pPr marL="0" indent="0" algn="ctr">
              <a:buNone/>
              <a:defRPr sz="2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12" name="Text Placeholder 5">
            <a:extLst>
              <a:ext uri="{FF2B5EF4-FFF2-40B4-BE49-F238E27FC236}">
                <a16:creationId xmlns:a16="http://schemas.microsoft.com/office/drawing/2014/main" id="{864C1880-EB96-6A4F-BE00-1922A72CEEA9}"/>
              </a:ext>
            </a:extLst>
          </p:cNvPr>
          <p:cNvSpPr>
            <a:spLocks noGrp="1"/>
          </p:cNvSpPr>
          <p:nvPr>
            <p:ph type="body" sz="quarter" idx="19" hasCustomPrompt="1"/>
          </p:nvPr>
        </p:nvSpPr>
        <p:spPr>
          <a:xfrm>
            <a:off x="4372250" y="4734758"/>
            <a:ext cx="3447500" cy="525310"/>
          </a:xfrm>
          <a:prstGeom prst="rect">
            <a:avLst/>
          </a:prstGeom>
        </p:spPr>
        <p:txBody>
          <a:bodyPr anchor="ctr">
            <a:normAutofit/>
          </a:bodyPr>
          <a:lstStyle>
            <a:lvl1pPr marL="0" indent="0" algn="ctr">
              <a:buNone/>
              <a:defRPr sz="16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
        <p:nvSpPr>
          <p:cNvPr id="7" name="Picture Placeholder 2">
            <a:extLst>
              <a:ext uri="{FF2B5EF4-FFF2-40B4-BE49-F238E27FC236}">
                <a16:creationId xmlns:a16="http://schemas.microsoft.com/office/drawing/2014/main" id="{4C9B4ACA-625F-4B46-A033-5B9F0C2491B7}"/>
              </a:ext>
            </a:extLst>
          </p:cNvPr>
          <p:cNvSpPr>
            <a:spLocks noGrp="1"/>
          </p:cNvSpPr>
          <p:nvPr>
            <p:ph type="pic" sz="quarter" idx="10" hasCustomPrompt="1"/>
          </p:nvPr>
        </p:nvSpPr>
        <p:spPr>
          <a:xfrm>
            <a:off x="4960937" y="1511799"/>
            <a:ext cx="2270127" cy="2270127"/>
          </a:xfrm>
          <a:prstGeom prst="ellipse">
            <a:avLst/>
          </a:prstGeom>
        </p:spPr>
        <p:txBody>
          <a:bodyPr>
            <a:normAutofit/>
          </a:bodyPr>
          <a:lstStyle>
            <a:lvl1pPr marL="0" indent="0" algn="ctr">
              <a:buNone/>
              <a:defRPr sz="1600"/>
            </a:lvl1pPr>
          </a:lstStyle>
          <a:p>
            <a:r>
              <a:rPr lang="en-US"/>
              <a:t>Click icon to add speaker photo</a:t>
            </a:r>
          </a:p>
        </p:txBody>
      </p:sp>
      <p:sp>
        <p:nvSpPr>
          <p:cNvPr id="8" name="AutoShape 7">
            <a:extLst>
              <a:ext uri="{FF2B5EF4-FFF2-40B4-BE49-F238E27FC236}">
                <a16:creationId xmlns:a16="http://schemas.microsoft.com/office/drawing/2014/main" id="{491C58E8-0763-894D-B7AF-1BCF23F7A0E3}"/>
              </a:ext>
            </a:extLst>
          </p:cNvPr>
          <p:cNvSpPr>
            <a:spLocks/>
          </p:cNvSpPr>
          <p:nvPr userDrawn="1"/>
        </p:nvSpPr>
        <p:spPr bwMode="auto">
          <a:xfrm flipH="1">
            <a:off x="4832381" y="1383243"/>
            <a:ext cx="2527238" cy="252723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3"/>
                  <a:pt x="20639" y="12953"/>
                  <a:pt x="16796" y="16796"/>
                </a:cubicBezTo>
                <a:cubicBezTo>
                  <a:pt x="12953" y="20639"/>
                  <a:pt x="6723" y="20639"/>
                  <a:pt x="2881" y="16796"/>
                </a:cubicBezTo>
                <a:cubicBezTo>
                  <a:pt x="-961" y="12953"/>
                  <a:pt x="-961" y="6723"/>
                  <a:pt x="2881" y="2881"/>
                </a:cubicBezTo>
                <a:cubicBezTo>
                  <a:pt x="6723" y="-961"/>
                  <a:pt x="12953" y="-961"/>
                  <a:pt x="16796" y="2881"/>
                </a:cubicBezTo>
              </a:path>
            </a:pathLst>
          </a:custGeom>
          <a:noFill/>
          <a:ln w="63500" cap="flat" cmpd="sng">
            <a:gradFill>
              <a:gsLst>
                <a:gs pos="0">
                  <a:srgbClr val="99CBED"/>
                </a:gs>
                <a:gs pos="100000">
                  <a:srgbClr val="4B8CBC"/>
                </a:gs>
              </a:gsLst>
              <a:lin ang="5400000" scaled="1"/>
            </a:gra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defTabSz="584200"/>
            <a:endParaRPr lang="en-US" sz="4000">
              <a:solidFill>
                <a:srgbClr val="FFFFFF"/>
              </a:solidFill>
              <a:effectLst>
                <a:outerShdw blurRad="38100" dist="38100" dir="2700000" algn="tl">
                  <a:srgbClr val="000000"/>
                </a:outerShdw>
              </a:effectLst>
            </a:endParaRPr>
          </a:p>
        </p:txBody>
      </p:sp>
      <p:sp>
        <p:nvSpPr>
          <p:cNvPr id="18" name="Text Placeholder 5">
            <a:extLst>
              <a:ext uri="{FF2B5EF4-FFF2-40B4-BE49-F238E27FC236}">
                <a16:creationId xmlns:a16="http://schemas.microsoft.com/office/drawing/2014/main" id="{24A8BAE4-324C-AA4E-90EE-ED05D6C15DF4}"/>
              </a:ext>
            </a:extLst>
          </p:cNvPr>
          <p:cNvSpPr>
            <a:spLocks noGrp="1"/>
          </p:cNvSpPr>
          <p:nvPr>
            <p:ph type="body" sz="quarter" idx="20" hasCustomPrompt="1"/>
          </p:nvPr>
        </p:nvSpPr>
        <p:spPr>
          <a:xfrm>
            <a:off x="8204760" y="4245712"/>
            <a:ext cx="3447500" cy="489046"/>
          </a:xfrm>
          <a:prstGeom prst="rect">
            <a:avLst/>
          </a:prstGeom>
        </p:spPr>
        <p:txBody>
          <a:bodyPr anchor="ctr">
            <a:normAutofit/>
          </a:bodyPr>
          <a:lstStyle>
            <a:lvl1pPr marL="0" indent="0" algn="ctr">
              <a:buNone/>
              <a:defRPr sz="2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19" name="Text Placeholder 5">
            <a:extLst>
              <a:ext uri="{FF2B5EF4-FFF2-40B4-BE49-F238E27FC236}">
                <a16:creationId xmlns:a16="http://schemas.microsoft.com/office/drawing/2014/main" id="{B70BD265-45BF-7A40-9CDC-9EA747A0DCD9}"/>
              </a:ext>
            </a:extLst>
          </p:cNvPr>
          <p:cNvSpPr>
            <a:spLocks noGrp="1"/>
          </p:cNvSpPr>
          <p:nvPr>
            <p:ph type="body" sz="quarter" idx="21" hasCustomPrompt="1"/>
          </p:nvPr>
        </p:nvSpPr>
        <p:spPr>
          <a:xfrm>
            <a:off x="8204760" y="4734758"/>
            <a:ext cx="3447500" cy="525310"/>
          </a:xfrm>
          <a:prstGeom prst="rect">
            <a:avLst/>
          </a:prstGeom>
        </p:spPr>
        <p:txBody>
          <a:bodyPr anchor="ctr">
            <a:normAutofit/>
          </a:bodyPr>
          <a:lstStyle>
            <a:lvl1pPr marL="0" indent="0" algn="ctr">
              <a:buNone/>
              <a:defRPr sz="16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
        <p:nvSpPr>
          <p:cNvPr id="20" name="Picture Placeholder 2">
            <a:extLst>
              <a:ext uri="{FF2B5EF4-FFF2-40B4-BE49-F238E27FC236}">
                <a16:creationId xmlns:a16="http://schemas.microsoft.com/office/drawing/2014/main" id="{BEAF484C-F5E2-AA44-93B2-4F97E9D22DEE}"/>
              </a:ext>
            </a:extLst>
          </p:cNvPr>
          <p:cNvSpPr>
            <a:spLocks noGrp="1"/>
          </p:cNvSpPr>
          <p:nvPr>
            <p:ph type="pic" sz="quarter" idx="22" hasCustomPrompt="1"/>
          </p:nvPr>
        </p:nvSpPr>
        <p:spPr>
          <a:xfrm>
            <a:off x="8793447" y="1511799"/>
            <a:ext cx="2270127" cy="2270127"/>
          </a:xfrm>
          <a:prstGeom prst="ellipse">
            <a:avLst/>
          </a:prstGeom>
        </p:spPr>
        <p:txBody>
          <a:bodyPr>
            <a:normAutofit/>
          </a:bodyPr>
          <a:lstStyle>
            <a:lvl1pPr marL="0" indent="0" algn="ctr">
              <a:buNone/>
              <a:defRPr sz="1600"/>
            </a:lvl1pPr>
          </a:lstStyle>
          <a:p>
            <a:r>
              <a:rPr lang="en-US"/>
              <a:t>Click icon to add speaker photo</a:t>
            </a:r>
          </a:p>
        </p:txBody>
      </p:sp>
      <p:sp>
        <p:nvSpPr>
          <p:cNvPr id="21" name="AutoShape 7">
            <a:extLst>
              <a:ext uri="{FF2B5EF4-FFF2-40B4-BE49-F238E27FC236}">
                <a16:creationId xmlns:a16="http://schemas.microsoft.com/office/drawing/2014/main" id="{FA5D2B3B-8955-9243-A54D-950FEC49560F}"/>
              </a:ext>
            </a:extLst>
          </p:cNvPr>
          <p:cNvSpPr>
            <a:spLocks/>
          </p:cNvSpPr>
          <p:nvPr userDrawn="1"/>
        </p:nvSpPr>
        <p:spPr bwMode="auto">
          <a:xfrm flipH="1">
            <a:off x="8664891" y="1383243"/>
            <a:ext cx="2527238" cy="252723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3"/>
                  <a:pt x="20639" y="12953"/>
                  <a:pt x="16796" y="16796"/>
                </a:cubicBezTo>
                <a:cubicBezTo>
                  <a:pt x="12953" y="20639"/>
                  <a:pt x="6723" y="20639"/>
                  <a:pt x="2881" y="16796"/>
                </a:cubicBezTo>
                <a:cubicBezTo>
                  <a:pt x="-961" y="12953"/>
                  <a:pt x="-961" y="6723"/>
                  <a:pt x="2881" y="2881"/>
                </a:cubicBezTo>
                <a:cubicBezTo>
                  <a:pt x="6723" y="-961"/>
                  <a:pt x="12953" y="-961"/>
                  <a:pt x="16796" y="2881"/>
                </a:cubicBezTo>
              </a:path>
            </a:pathLst>
          </a:custGeom>
          <a:noFill/>
          <a:ln w="63500" cap="flat" cmpd="sng">
            <a:gradFill>
              <a:gsLst>
                <a:gs pos="0">
                  <a:srgbClr val="99CBED"/>
                </a:gs>
                <a:gs pos="100000">
                  <a:srgbClr val="4B8CBC"/>
                </a:gs>
              </a:gsLst>
              <a:lin ang="5400000" scaled="1"/>
            </a:gra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defTabSz="584200"/>
            <a:endParaRPr lang="en-US" sz="4000">
              <a:solidFill>
                <a:srgbClr val="FFFFFF"/>
              </a:solidFill>
              <a:effectLst>
                <a:outerShdw blurRad="38100" dist="38100" dir="2700000" algn="tl">
                  <a:srgbClr val="000000"/>
                </a:outerShdw>
              </a:effectLst>
            </a:endParaRPr>
          </a:p>
        </p:txBody>
      </p:sp>
      <p:sp>
        <p:nvSpPr>
          <p:cNvPr id="22" name="Text Placeholder 5">
            <a:extLst>
              <a:ext uri="{FF2B5EF4-FFF2-40B4-BE49-F238E27FC236}">
                <a16:creationId xmlns:a16="http://schemas.microsoft.com/office/drawing/2014/main" id="{80AAB945-A11F-F64A-9AB2-B63C3D5B1F86}"/>
              </a:ext>
            </a:extLst>
          </p:cNvPr>
          <p:cNvSpPr>
            <a:spLocks noGrp="1"/>
          </p:cNvSpPr>
          <p:nvPr>
            <p:ph type="body" sz="quarter" idx="23" hasCustomPrompt="1"/>
          </p:nvPr>
        </p:nvSpPr>
        <p:spPr>
          <a:xfrm>
            <a:off x="537133" y="4245712"/>
            <a:ext cx="3447500" cy="489046"/>
          </a:xfrm>
          <a:prstGeom prst="rect">
            <a:avLst/>
          </a:prstGeom>
        </p:spPr>
        <p:txBody>
          <a:bodyPr anchor="ctr">
            <a:normAutofit/>
          </a:bodyPr>
          <a:lstStyle>
            <a:lvl1pPr marL="0" indent="0" algn="ctr">
              <a:buNone/>
              <a:defRPr sz="2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23" name="Text Placeholder 5">
            <a:extLst>
              <a:ext uri="{FF2B5EF4-FFF2-40B4-BE49-F238E27FC236}">
                <a16:creationId xmlns:a16="http://schemas.microsoft.com/office/drawing/2014/main" id="{D2930989-5D86-CE49-82C4-757168F59CD5}"/>
              </a:ext>
            </a:extLst>
          </p:cNvPr>
          <p:cNvSpPr>
            <a:spLocks noGrp="1"/>
          </p:cNvSpPr>
          <p:nvPr>
            <p:ph type="body" sz="quarter" idx="24" hasCustomPrompt="1"/>
          </p:nvPr>
        </p:nvSpPr>
        <p:spPr>
          <a:xfrm>
            <a:off x="537133" y="4734758"/>
            <a:ext cx="3447500" cy="525310"/>
          </a:xfrm>
          <a:prstGeom prst="rect">
            <a:avLst/>
          </a:prstGeom>
        </p:spPr>
        <p:txBody>
          <a:bodyPr anchor="ctr">
            <a:normAutofit/>
          </a:bodyPr>
          <a:lstStyle>
            <a:lvl1pPr marL="0" indent="0" algn="ctr">
              <a:buNone/>
              <a:defRPr sz="16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
        <p:nvSpPr>
          <p:cNvPr id="24" name="Picture Placeholder 2">
            <a:extLst>
              <a:ext uri="{FF2B5EF4-FFF2-40B4-BE49-F238E27FC236}">
                <a16:creationId xmlns:a16="http://schemas.microsoft.com/office/drawing/2014/main" id="{67D20C0F-79A1-1A46-9ED8-327EF92E11C4}"/>
              </a:ext>
            </a:extLst>
          </p:cNvPr>
          <p:cNvSpPr>
            <a:spLocks noGrp="1"/>
          </p:cNvSpPr>
          <p:nvPr>
            <p:ph type="pic" sz="quarter" idx="25" hasCustomPrompt="1"/>
          </p:nvPr>
        </p:nvSpPr>
        <p:spPr>
          <a:xfrm>
            <a:off x="1125820" y="1511799"/>
            <a:ext cx="2270127" cy="2270127"/>
          </a:xfrm>
          <a:prstGeom prst="ellipse">
            <a:avLst/>
          </a:prstGeom>
        </p:spPr>
        <p:txBody>
          <a:bodyPr>
            <a:normAutofit/>
          </a:bodyPr>
          <a:lstStyle>
            <a:lvl1pPr marL="0" indent="0" algn="ctr">
              <a:buNone/>
              <a:defRPr sz="1600"/>
            </a:lvl1pPr>
          </a:lstStyle>
          <a:p>
            <a:r>
              <a:rPr lang="en-US"/>
              <a:t>Click icon to add speaker photo</a:t>
            </a:r>
          </a:p>
        </p:txBody>
      </p:sp>
      <p:sp>
        <p:nvSpPr>
          <p:cNvPr id="25" name="AutoShape 7">
            <a:extLst>
              <a:ext uri="{FF2B5EF4-FFF2-40B4-BE49-F238E27FC236}">
                <a16:creationId xmlns:a16="http://schemas.microsoft.com/office/drawing/2014/main" id="{2539D975-30B6-EE42-AE9B-1E124176472F}"/>
              </a:ext>
            </a:extLst>
          </p:cNvPr>
          <p:cNvSpPr>
            <a:spLocks/>
          </p:cNvSpPr>
          <p:nvPr userDrawn="1"/>
        </p:nvSpPr>
        <p:spPr bwMode="auto">
          <a:xfrm flipH="1">
            <a:off x="997264" y="1383243"/>
            <a:ext cx="2527238" cy="252723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3"/>
                  <a:pt x="20639" y="12953"/>
                  <a:pt x="16796" y="16796"/>
                </a:cubicBezTo>
                <a:cubicBezTo>
                  <a:pt x="12953" y="20639"/>
                  <a:pt x="6723" y="20639"/>
                  <a:pt x="2881" y="16796"/>
                </a:cubicBezTo>
                <a:cubicBezTo>
                  <a:pt x="-961" y="12953"/>
                  <a:pt x="-961" y="6723"/>
                  <a:pt x="2881" y="2881"/>
                </a:cubicBezTo>
                <a:cubicBezTo>
                  <a:pt x="6723" y="-961"/>
                  <a:pt x="12953" y="-961"/>
                  <a:pt x="16796" y="2881"/>
                </a:cubicBezTo>
              </a:path>
            </a:pathLst>
          </a:custGeom>
          <a:noFill/>
          <a:ln w="63500" cap="flat" cmpd="sng">
            <a:gradFill>
              <a:gsLst>
                <a:gs pos="0">
                  <a:srgbClr val="99CBED"/>
                </a:gs>
                <a:gs pos="100000">
                  <a:srgbClr val="4B8CBC"/>
                </a:gs>
              </a:gsLst>
              <a:lin ang="5400000" scaled="1"/>
            </a:gra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defTabSz="584200"/>
            <a:endParaRPr lang="en-US" sz="4000">
              <a:solidFill>
                <a:srgbClr val="FFFFFF"/>
              </a:solidFill>
              <a:effectLst>
                <a:outerShdw blurRad="38100" dist="38100" dir="2700000" algn="tl">
                  <a:srgbClr val="000000"/>
                </a:outerShdw>
              </a:effectLst>
            </a:endParaRPr>
          </a:p>
        </p:txBody>
      </p:sp>
      <p:sp>
        <p:nvSpPr>
          <p:cNvPr id="28" name="Slide Number Placeholder 4">
            <a:extLst>
              <a:ext uri="{FF2B5EF4-FFF2-40B4-BE49-F238E27FC236}">
                <a16:creationId xmlns:a16="http://schemas.microsoft.com/office/drawing/2014/main" id="{27816821-6900-F140-B480-E9B2A10D60DD}"/>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711395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eaker - logo">
    <p:bg>
      <p:bgPr>
        <a:solidFill>
          <a:schemeClr val="bg1"/>
        </a:solid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4C9B4ACA-625F-4B46-A033-5B9F0C2491B7}"/>
              </a:ext>
            </a:extLst>
          </p:cNvPr>
          <p:cNvSpPr>
            <a:spLocks noGrp="1"/>
          </p:cNvSpPr>
          <p:nvPr>
            <p:ph type="pic" sz="quarter" idx="10" hasCustomPrompt="1"/>
          </p:nvPr>
        </p:nvSpPr>
        <p:spPr>
          <a:xfrm>
            <a:off x="4666593" y="939155"/>
            <a:ext cx="2858813" cy="2858813"/>
          </a:xfrm>
          <a:prstGeom prst="rect">
            <a:avLst/>
          </a:prstGeom>
        </p:spPr>
        <p:txBody>
          <a:bodyPr/>
          <a:lstStyle>
            <a:lvl1pPr marL="0" indent="0" algn="ctr">
              <a:buNone/>
              <a:defRPr sz="2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add company logo</a:t>
            </a:r>
          </a:p>
          <a:p>
            <a:endParaRPr lang="en-US"/>
          </a:p>
        </p:txBody>
      </p:sp>
      <p:sp>
        <p:nvSpPr>
          <p:cNvPr id="6" name="Text Placeholder 5">
            <a:extLst>
              <a:ext uri="{FF2B5EF4-FFF2-40B4-BE49-F238E27FC236}">
                <a16:creationId xmlns:a16="http://schemas.microsoft.com/office/drawing/2014/main" id="{9E3F4B2A-5BFF-0C4C-8C66-076817227E98}"/>
              </a:ext>
            </a:extLst>
          </p:cNvPr>
          <p:cNvSpPr>
            <a:spLocks noGrp="1"/>
          </p:cNvSpPr>
          <p:nvPr>
            <p:ph type="body" sz="quarter" idx="18" hasCustomPrompt="1"/>
          </p:nvPr>
        </p:nvSpPr>
        <p:spPr>
          <a:xfrm>
            <a:off x="4372250" y="4245712"/>
            <a:ext cx="3447500" cy="489046"/>
          </a:xfrm>
          <a:prstGeom prst="rect">
            <a:avLst/>
          </a:prstGeom>
        </p:spPr>
        <p:txBody>
          <a:bodyPr anchor="ctr">
            <a:normAutofit/>
          </a:bodyPr>
          <a:lstStyle>
            <a:lvl1pPr marL="0" indent="0" algn="ctr">
              <a:buNone/>
              <a:defRPr sz="24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First, Last Name</a:t>
            </a:r>
          </a:p>
        </p:txBody>
      </p:sp>
      <p:sp>
        <p:nvSpPr>
          <p:cNvPr id="9" name="Text Placeholder 5">
            <a:extLst>
              <a:ext uri="{FF2B5EF4-FFF2-40B4-BE49-F238E27FC236}">
                <a16:creationId xmlns:a16="http://schemas.microsoft.com/office/drawing/2014/main" id="{0C4F6A46-78AC-804B-AB1B-093946FBAEF7}"/>
              </a:ext>
            </a:extLst>
          </p:cNvPr>
          <p:cNvSpPr>
            <a:spLocks noGrp="1"/>
          </p:cNvSpPr>
          <p:nvPr>
            <p:ph type="body" sz="quarter" idx="19" hasCustomPrompt="1"/>
          </p:nvPr>
        </p:nvSpPr>
        <p:spPr>
          <a:xfrm>
            <a:off x="4372250" y="4734758"/>
            <a:ext cx="3447500" cy="525310"/>
          </a:xfrm>
          <a:prstGeom prst="rect">
            <a:avLst/>
          </a:prstGeom>
        </p:spPr>
        <p:txBody>
          <a:bodyPr anchor="ctr">
            <a:normAutofit/>
          </a:bodyPr>
          <a:lstStyle>
            <a:lvl1pPr marL="0" indent="0" algn="ctr">
              <a:buNone/>
              <a:defRPr sz="1800" b="0" i="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Title, Company</a:t>
            </a:r>
          </a:p>
        </p:txBody>
      </p:sp>
      <p:sp>
        <p:nvSpPr>
          <p:cNvPr id="10" name="Slide Number Placeholder 4">
            <a:extLst>
              <a:ext uri="{FF2B5EF4-FFF2-40B4-BE49-F238E27FC236}">
                <a16:creationId xmlns:a16="http://schemas.microsoft.com/office/drawing/2014/main" id="{6F0AF207-39C3-E24D-A462-16EEDC294015}"/>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88682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rgbClr val="99C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Shape, background pattern&#10;&#10;Description automatically generated">
            <a:extLst>
              <a:ext uri="{FF2B5EF4-FFF2-40B4-BE49-F238E27FC236}">
                <a16:creationId xmlns:a16="http://schemas.microsoft.com/office/drawing/2014/main" id="{95982657-84B3-F14A-A2BE-2CFDBF443FAF}"/>
              </a:ext>
            </a:extLst>
          </p:cNvPr>
          <p:cNvPicPr>
            <a:picLocks noChangeAspect="1"/>
          </p:cNvPicPr>
          <p:nvPr userDrawn="1"/>
        </p:nvPicPr>
        <p:blipFill>
          <a:blip r:embed="rId2"/>
          <a:stretch>
            <a:fillRect/>
          </a:stretch>
        </p:blipFill>
        <p:spPr>
          <a:xfrm>
            <a:off x="0" y="-4777"/>
            <a:ext cx="12192000" cy="6858000"/>
          </a:xfrm>
          <a:prstGeom prst="rect">
            <a:avLst/>
          </a:prstGeom>
        </p:spPr>
      </p:pic>
      <p:sp>
        <p:nvSpPr>
          <p:cNvPr id="8" name="Title 1">
            <a:extLst>
              <a:ext uri="{FF2B5EF4-FFF2-40B4-BE49-F238E27FC236}">
                <a16:creationId xmlns:a16="http://schemas.microsoft.com/office/drawing/2014/main" id="{1DE17975-83A5-DF4E-98F5-DE79EA29739C}"/>
              </a:ext>
            </a:extLst>
          </p:cNvPr>
          <p:cNvSpPr>
            <a:spLocks noGrp="1"/>
          </p:cNvSpPr>
          <p:nvPr>
            <p:ph type="title" hasCustomPrompt="1"/>
          </p:nvPr>
        </p:nvSpPr>
        <p:spPr>
          <a:xfrm>
            <a:off x="1491343" y="1973751"/>
            <a:ext cx="9209314" cy="2900945"/>
          </a:xfrm>
        </p:spPr>
        <p:txBody>
          <a:bodyPr>
            <a:normAutofit/>
          </a:bodyPr>
          <a:lstStyle>
            <a:lvl1pPr algn="ctr">
              <a:defRPr sz="4800" b="1" i="0" baseline="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“Quote text”</a:t>
            </a:r>
          </a:p>
        </p:txBody>
      </p:sp>
      <p:sp>
        <p:nvSpPr>
          <p:cNvPr id="18" name="Text Placeholder 5">
            <a:extLst>
              <a:ext uri="{FF2B5EF4-FFF2-40B4-BE49-F238E27FC236}">
                <a16:creationId xmlns:a16="http://schemas.microsoft.com/office/drawing/2014/main" id="{D7993498-4215-224F-94AE-F3557FF263D6}"/>
              </a:ext>
            </a:extLst>
          </p:cNvPr>
          <p:cNvSpPr>
            <a:spLocks noGrp="1"/>
          </p:cNvSpPr>
          <p:nvPr>
            <p:ph type="body" sz="quarter" idx="20" hasCustomPrompt="1"/>
          </p:nvPr>
        </p:nvSpPr>
        <p:spPr>
          <a:xfrm>
            <a:off x="4372250" y="5018960"/>
            <a:ext cx="3447500" cy="489046"/>
          </a:xfrm>
          <a:prstGeom prst="rect">
            <a:avLst/>
          </a:prstGeom>
        </p:spPr>
        <p:txBody>
          <a:bodyPr anchor="ctr">
            <a:normAutofit/>
          </a:bodyPr>
          <a:lstStyle>
            <a:lvl1pPr marL="0" indent="0" algn="ctr">
              <a:buNone/>
              <a:defRPr sz="24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 First, Last Name</a:t>
            </a:r>
          </a:p>
        </p:txBody>
      </p:sp>
      <p:grpSp>
        <p:nvGrpSpPr>
          <p:cNvPr id="21" name="Group 20">
            <a:extLst>
              <a:ext uri="{FF2B5EF4-FFF2-40B4-BE49-F238E27FC236}">
                <a16:creationId xmlns:a16="http://schemas.microsoft.com/office/drawing/2014/main" id="{28FA213F-0BF5-F146-9040-F947F64CCAA0}"/>
              </a:ext>
            </a:extLst>
          </p:cNvPr>
          <p:cNvGrpSpPr/>
          <p:nvPr userDrawn="1"/>
        </p:nvGrpSpPr>
        <p:grpSpPr>
          <a:xfrm>
            <a:off x="487680" y="6366734"/>
            <a:ext cx="11235072" cy="491266"/>
            <a:chOff x="487680" y="6366734"/>
            <a:chExt cx="11235072" cy="491266"/>
          </a:xfrm>
        </p:grpSpPr>
        <p:cxnSp>
          <p:nvCxnSpPr>
            <p:cNvPr id="22" name="Straight Connector 21">
              <a:extLst>
                <a:ext uri="{FF2B5EF4-FFF2-40B4-BE49-F238E27FC236}">
                  <a16:creationId xmlns:a16="http://schemas.microsoft.com/office/drawing/2014/main" id="{BE982A44-8C79-AF43-A7C5-77C87334747F}"/>
                </a:ext>
              </a:extLst>
            </p:cNvPr>
            <p:cNvCxnSpPr>
              <a:cxnSpLocks/>
            </p:cNvCxnSpPr>
            <p:nvPr/>
          </p:nvCxnSpPr>
          <p:spPr>
            <a:xfrm>
              <a:off x="1206644" y="6367114"/>
              <a:ext cx="105161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8107B41-3C14-BF4A-B7D7-17CAAF976059}"/>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25" name="Picture 24" descr="A picture containing logo&#10;&#10;Description automatically generated">
              <a:extLst>
                <a:ext uri="{FF2B5EF4-FFF2-40B4-BE49-F238E27FC236}">
                  <a16:creationId xmlns:a16="http://schemas.microsoft.com/office/drawing/2014/main" id="{4A12FE4D-FDB9-664E-BB36-6D78CC36EA27}"/>
                </a:ext>
              </a:extLst>
            </p:cNvPr>
            <p:cNvPicPr>
              <a:picLocks noChangeAspect="1"/>
            </p:cNvPicPr>
            <p:nvPr/>
          </p:nvPicPr>
          <p:blipFill>
            <a:blip r:embed="rId3"/>
            <a:stretch>
              <a:fillRect/>
            </a:stretch>
          </p:blipFill>
          <p:spPr>
            <a:xfrm>
              <a:off x="487680" y="6366734"/>
              <a:ext cx="491266" cy="491266"/>
            </a:xfrm>
            <a:prstGeom prst="rect">
              <a:avLst/>
            </a:prstGeom>
          </p:spPr>
        </p:pic>
      </p:grpSp>
      <p:sp>
        <p:nvSpPr>
          <p:cNvPr id="27" name="Slide Number Placeholder 4">
            <a:extLst>
              <a:ext uri="{FF2B5EF4-FFF2-40B4-BE49-F238E27FC236}">
                <a16:creationId xmlns:a16="http://schemas.microsoft.com/office/drawing/2014/main" id="{CCCC0C97-46EB-FF42-B2FF-D527F0DFB21C}"/>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98360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hape, background pattern&#10;&#10;Description automatically generated">
            <a:extLst>
              <a:ext uri="{FF2B5EF4-FFF2-40B4-BE49-F238E27FC236}">
                <a16:creationId xmlns:a16="http://schemas.microsoft.com/office/drawing/2014/main" id="{D42FA5F9-8A21-AE45-A04D-D1834BDFA90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DE17975-83A5-DF4E-98F5-DE79EA29739C}"/>
              </a:ext>
            </a:extLst>
          </p:cNvPr>
          <p:cNvSpPr>
            <a:spLocks noGrp="1"/>
          </p:cNvSpPr>
          <p:nvPr>
            <p:ph type="title" hasCustomPrompt="1"/>
          </p:nvPr>
        </p:nvSpPr>
        <p:spPr>
          <a:xfrm>
            <a:off x="1491343" y="1973751"/>
            <a:ext cx="9209314" cy="2900945"/>
          </a:xfrm>
        </p:spPr>
        <p:txBody>
          <a:bodyPr>
            <a:normAutofit/>
          </a:bodyPr>
          <a:lstStyle>
            <a:lvl1pPr algn="ctr">
              <a:defRPr sz="4800" b="1" i="0" baseline="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“Quote text”</a:t>
            </a:r>
          </a:p>
        </p:txBody>
      </p:sp>
      <p:grpSp>
        <p:nvGrpSpPr>
          <p:cNvPr id="11" name="Group 10">
            <a:extLst>
              <a:ext uri="{FF2B5EF4-FFF2-40B4-BE49-F238E27FC236}">
                <a16:creationId xmlns:a16="http://schemas.microsoft.com/office/drawing/2014/main" id="{6515CB27-0BF5-6442-BBC1-066619574324}"/>
              </a:ext>
            </a:extLst>
          </p:cNvPr>
          <p:cNvGrpSpPr/>
          <p:nvPr userDrawn="1"/>
        </p:nvGrpSpPr>
        <p:grpSpPr>
          <a:xfrm>
            <a:off x="487680" y="6366734"/>
            <a:ext cx="11235072" cy="491266"/>
            <a:chOff x="487680" y="6366734"/>
            <a:chExt cx="11235072" cy="491266"/>
          </a:xfrm>
        </p:grpSpPr>
        <p:cxnSp>
          <p:nvCxnSpPr>
            <p:cNvPr id="12" name="Straight Connector 11">
              <a:extLst>
                <a:ext uri="{FF2B5EF4-FFF2-40B4-BE49-F238E27FC236}">
                  <a16:creationId xmlns:a16="http://schemas.microsoft.com/office/drawing/2014/main" id="{85C1C3BE-14FB-1E41-BE08-4D91F9324554}"/>
                </a:ext>
              </a:extLst>
            </p:cNvPr>
            <p:cNvCxnSpPr>
              <a:cxnSpLocks/>
            </p:cNvCxnSpPr>
            <p:nvPr/>
          </p:nvCxnSpPr>
          <p:spPr>
            <a:xfrm>
              <a:off x="1206644" y="6367114"/>
              <a:ext cx="10516108" cy="0"/>
            </a:xfrm>
            <a:prstGeom prst="line">
              <a:avLst/>
            </a:prstGeom>
            <a:ln w="12700">
              <a:solidFill>
                <a:srgbClr val="99CBE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61B58F5-8F2A-5844-AF25-841998656DF4}"/>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7" name="Picture 16" descr="A picture containing text&#10;&#10;Description automatically generated">
              <a:extLst>
                <a:ext uri="{FF2B5EF4-FFF2-40B4-BE49-F238E27FC236}">
                  <a16:creationId xmlns:a16="http://schemas.microsoft.com/office/drawing/2014/main" id="{EFD4E658-9656-004B-AA2E-DA7CD75D03A6}"/>
                </a:ext>
              </a:extLst>
            </p:cNvPr>
            <p:cNvPicPr>
              <a:picLocks noChangeAspect="1"/>
            </p:cNvPicPr>
            <p:nvPr/>
          </p:nvPicPr>
          <p:blipFill>
            <a:blip r:embed="rId3"/>
            <a:stretch>
              <a:fillRect/>
            </a:stretch>
          </p:blipFill>
          <p:spPr>
            <a:xfrm>
              <a:off x="487680" y="6366734"/>
              <a:ext cx="491266" cy="491266"/>
            </a:xfrm>
            <a:prstGeom prst="rect">
              <a:avLst/>
            </a:prstGeom>
          </p:spPr>
        </p:pic>
      </p:grpSp>
      <p:sp>
        <p:nvSpPr>
          <p:cNvPr id="18" name="Text Placeholder 5">
            <a:extLst>
              <a:ext uri="{FF2B5EF4-FFF2-40B4-BE49-F238E27FC236}">
                <a16:creationId xmlns:a16="http://schemas.microsoft.com/office/drawing/2014/main" id="{D7993498-4215-224F-94AE-F3557FF263D6}"/>
              </a:ext>
            </a:extLst>
          </p:cNvPr>
          <p:cNvSpPr>
            <a:spLocks noGrp="1"/>
          </p:cNvSpPr>
          <p:nvPr>
            <p:ph type="body" sz="quarter" idx="20" hasCustomPrompt="1"/>
          </p:nvPr>
        </p:nvSpPr>
        <p:spPr>
          <a:xfrm>
            <a:off x="4372250" y="5018960"/>
            <a:ext cx="3447500" cy="489046"/>
          </a:xfrm>
          <a:prstGeom prst="rect">
            <a:avLst/>
          </a:prstGeom>
        </p:spPr>
        <p:txBody>
          <a:bodyPr anchor="ctr">
            <a:normAutofit/>
          </a:bodyPr>
          <a:lstStyle>
            <a:lvl1pPr marL="0" indent="0" algn="ctr">
              <a:buNone/>
              <a:defRPr sz="2400" b="1" i="0">
                <a:solidFill>
                  <a:srgbClr val="6699CC"/>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lvl="0"/>
            <a:r>
              <a:rPr lang="en-US"/>
              <a:t>– Name Name</a:t>
            </a:r>
          </a:p>
        </p:txBody>
      </p:sp>
      <p:sp>
        <p:nvSpPr>
          <p:cNvPr id="19" name="Slide Number Placeholder 4">
            <a:extLst>
              <a:ext uri="{FF2B5EF4-FFF2-40B4-BE49-F238E27FC236}">
                <a16:creationId xmlns:a16="http://schemas.microsoft.com/office/drawing/2014/main" id="{83DC7BF5-7A07-C44C-91C1-43315E08E18A}"/>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616179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Quot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hape, background pattern&#10;&#10;Description automatically generated">
            <a:extLst>
              <a:ext uri="{FF2B5EF4-FFF2-40B4-BE49-F238E27FC236}">
                <a16:creationId xmlns:a16="http://schemas.microsoft.com/office/drawing/2014/main" id="{D42FA5F9-8A21-AE45-A04D-D1834BDFA90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DE17975-83A5-DF4E-98F5-DE79EA29739C}"/>
              </a:ext>
            </a:extLst>
          </p:cNvPr>
          <p:cNvSpPr>
            <a:spLocks noGrp="1"/>
          </p:cNvSpPr>
          <p:nvPr>
            <p:ph type="title" hasCustomPrompt="1"/>
          </p:nvPr>
        </p:nvSpPr>
        <p:spPr>
          <a:xfrm>
            <a:off x="7705343" y="120091"/>
            <a:ext cx="4230625" cy="4754605"/>
          </a:xfrm>
        </p:spPr>
        <p:txBody>
          <a:bodyPr>
            <a:normAutofit/>
          </a:bodyPr>
          <a:lstStyle>
            <a:lvl1pPr algn="ctr">
              <a:defRPr sz="3200" b="1" i="0" baseline="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“Quote text”</a:t>
            </a:r>
          </a:p>
        </p:txBody>
      </p:sp>
      <p:grpSp>
        <p:nvGrpSpPr>
          <p:cNvPr id="11" name="Group 10">
            <a:extLst>
              <a:ext uri="{FF2B5EF4-FFF2-40B4-BE49-F238E27FC236}">
                <a16:creationId xmlns:a16="http://schemas.microsoft.com/office/drawing/2014/main" id="{6515CB27-0BF5-6442-BBC1-066619574324}"/>
              </a:ext>
            </a:extLst>
          </p:cNvPr>
          <p:cNvGrpSpPr/>
          <p:nvPr userDrawn="1"/>
        </p:nvGrpSpPr>
        <p:grpSpPr>
          <a:xfrm>
            <a:off x="487680" y="6366734"/>
            <a:ext cx="11235072" cy="491266"/>
            <a:chOff x="487680" y="6366734"/>
            <a:chExt cx="11235072" cy="491266"/>
          </a:xfrm>
        </p:grpSpPr>
        <p:cxnSp>
          <p:nvCxnSpPr>
            <p:cNvPr id="12" name="Straight Connector 11">
              <a:extLst>
                <a:ext uri="{FF2B5EF4-FFF2-40B4-BE49-F238E27FC236}">
                  <a16:creationId xmlns:a16="http://schemas.microsoft.com/office/drawing/2014/main" id="{85C1C3BE-14FB-1E41-BE08-4D91F9324554}"/>
                </a:ext>
              </a:extLst>
            </p:cNvPr>
            <p:cNvCxnSpPr>
              <a:cxnSpLocks/>
            </p:cNvCxnSpPr>
            <p:nvPr/>
          </p:nvCxnSpPr>
          <p:spPr>
            <a:xfrm>
              <a:off x="1206644" y="6367114"/>
              <a:ext cx="10516108" cy="0"/>
            </a:xfrm>
            <a:prstGeom prst="line">
              <a:avLst/>
            </a:prstGeom>
            <a:ln w="12700">
              <a:solidFill>
                <a:srgbClr val="99CBE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61B58F5-8F2A-5844-AF25-841998656DF4}"/>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7" name="Picture 16" descr="A picture containing text&#10;&#10;Description automatically generated">
              <a:extLst>
                <a:ext uri="{FF2B5EF4-FFF2-40B4-BE49-F238E27FC236}">
                  <a16:creationId xmlns:a16="http://schemas.microsoft.com/office/drawing/2014/main" id="{EFD4E658-9656-004B-AA2E-DA7CD75D03A6}"/>
                </a:ext>
              </a:extLst>
            </p:cNvPr>
            <p:cNvPicPr>
              <a:picLocks noChangeAspect="1"/>
            </p:cNvPicPr>
            <p:nvPr/>
          </p:nvPicPr>
          <p:blipFill>
            <a:blip r:embed="rId3"/>
            <a:stretch>
              <a:fillRect/>
            </a:stretch>
          </p:blipFill>
          <p:spPr>
            <a:xfrm>
              <a:off x="487680" y="6366734"/>
              <a:ext cx="491266" cy="491266"/>
            </a:xfrm>
            <a:prstGeom prst="rect">
              <a:avLst/>
            </a:prstGeom>
          </p:spPr>
        </p:pic>
      </p:grpSp>
      <p:sp>
        <p:nvSpPr>
          <p:cNvPr id="18" name="Text Placeholder 5">
            <a:extLst>
              <a:ext uri="{FF2B5EF4-FFF2-40B4-BE49-F238E27FC236}">
                <a16:creationId xmlns:a16="http://schemas.microsoft.com/office/drawing/2014/main" id="{D7993498-4215-224F-94AE-F3557FF263D6}"/>
              </a:ext>
            </a:extLst>
          </p:cNvPr>
          <p:cNvSpPr>
            <a:spLocks noGrp="1"/>
          </p:cNvSpPr>
          <p:nvPr>
            <p:ph type="body" sz="quarter" idx="20" hasCustomPrompt="1"/>
          </p:nvPr>
        </p:nvSpPr>
        <p:spPr>
          <a:xfrm>
            <a:off x="8182598" y="5383250"/>
            <a:ext cx="3447500" cy="489046"/>
          </a:xfrm>
          <a:prstGeom prst="rect">
            <a:avLst/>
          </a:prstGeom>
        </p:spPr>
        <p:txBody>
          <a:bodyPr anchor="ctr">
            <a:normAutofit/>
          </a:bodyPr>
          <a:lstStyle>
            <a:lvl1pPr marL="0" indent="0" algn="ctr">
              <a:buNone/>
              <a:defRPr sz="18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 Name Name</a:t>
            </a:r>
          </a:p>
        </p:txBody>
      </p:sp>
      <p:sp>
        <p:nvSpPr>
          <p:cNvPr id="19" name="Slide Number Placeholder 4">
            <a:extLst>
              <a:ext uri="{FF2B5EF4-FFF2-40B4-BE49-F238E27FC236}">
                <a16:creationId xmlns:a16="http://schemas.microsoft.com/office/drawing/2014/main" id="{83DC7BF5-7A07-C44C-91C1-43315E08E18A}"/>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4" name="Picture Placeholder 3">
            <a:extLst>
              <a:ext uri="{FF2B5EF4-FFF2-40B4-BE49-F238E27FC236}">
                <a16:creationId xmlns:a16="http://schemas.microsoft.com/office/drawing/2014/main" id="{345AA1FB-8E09-AB87-A71E-87913612EC5A}"/>
              </a:ext>
            </a:extLst>
          </p:cNvPr>
          <p:cNvSpPr>
            <a:spLocks noGrp="1"/>
          </p:cNvSpPr>
          <p:nvPr>
            <p:ph type="pic" sz="quarter" idx="21"/>
          </p:nvPr>
        </p:nvSpPr>
        <p:spPr>
          <a:xfrm>
            <a:off x="0" y="0"/>
            <a:ext cx="7523163" cy="6858000"/>
          </a:xfrm>
        </p:spPr>
        <p:txBody>
          <a:bodyPr anchor="t"/>
          <a:lstStyle>
            <a:lvl1pPr marL="0" indent="0" algn="ctr">
              <a:buNone/>
              <a:defRPr/>
            </a:lvl1pPr>
          </a:lstStyle>
          <a:p>
            <a:r>
              <a:rPr lang="en-US"/>
              <a:t>Click icon to add picture</a:t>
            </a:r>
          </a:p>
        </p:txBody>
      </p:sp>
    </p:spTree>
    <p:extLst>
      <p:ext uri="{BB962C8B-B14F-4D97-AF65-F5344CB8AC3E}">
        <p14:creationId xmlns:p14="http://schemas.microsoft.com/office/powerpoint/2010/main" val="348519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Quot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hape, background pattern&#10;&#10;Description automatically generated">
            <a:extLst>
              <a:ext uri="{FF2B5EF4-FFF2-40B4-BE49-F238E27FC236}">
                <a16:creationId xmlns:a16="http://schemas.microsoft.com/office/drawing/2014/main" id="{D42FA5F9-8A21-AE45-A04D-D1834BDFA90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Picture Placeholder 3">
            <a:extLst>
              <a:ext uri="{FF2B5EF4-FFF2-40B4-BE49-F238E27FC236}">
                <a16:creationId xmlns:a16="http://schemas.microsoft.com/office/drawing/2014/main" id="{345AA1FB-8E09-AB87-A71E-87913612EC5A}"/>
              </a:ext>
            </a:extLst>
          </p:cNvPr>
          <p:cNvSpPr>
            <a:spLocks noGrp="1"/>
          </p:cNvSpPr>
          <p:nvPr>
            <p:ph type="pic" sz="quarter" idx="21"/>
          </p:nvPr>
        </p:nvSpPr>
        <p:spPr>
          <a:xfrm>
            <a:off x="2572090" y="0"/>
            <a:ext cx="7047820" cy="6858000"/>
          </a:xfrm>
        </p:spPr>
        <p:txBody>
          <a:bodyPr anchor="t"/>
          <a:lstStyle>
            <a:lvl1pPr marL="0" indent="0" algn="ctr">
              <a:buNone/>
              <a:defRPr/>
            </a:lvl1pPr>
          </a:lstStyle>
          <a:p>
            <a:r>
              <a:rPr lang="en-US"/>
              <a:t>Click icon to add picture</a:t>
            </a:r>
          </a:p>
        </p:txBody>
      </p:sp>
      <p:sp>
        <p:nvSpPr>
          <p:cNvPr id="8" name="Title 1">
            <a:extLst>
              <a:ext uri="{FF2B5EF4-FFF2-40B4-BE49-F238E27FC236}">
                <a16:creationId xmlns:a16="http://schemas.microsoft.com/office/drawing/2014/main" id="{1DE17975-83A5-DF4E-98F5-DE79EA29739C}"/>
              </a:ext>
            </a:extLst>
          </p:cNvPr>
          <p:cNvSpPr>
            <a:spLocks noGrp="1"/>
          </p:cNvSpPr>
          <p:nvPr>
            <p:ph type="title" hasCustomPrompt="1"/>
          </p:nvPr>
        </p:nvSpPr>
        <p:spPr>
          <a:xfrm>
            <a:off x="2572090" y="3925825"/>
            <a:ext cx="7066180" cy="2932175"/>
          </a:xfrm>
          <a:solidFill>
            <a:schemeClr val="accent1">
              <a:alpha val="44818"/>
            </a:schemeClr>
          </a:solidFill>
        </p:spPr>
        <p:txBody>
          <a:bodyPr>
            <a:normAutofit/>
          </a:bodyPr>
          <a:lstStyle>
            <a:lvl1pPr algn="ctr">
              <a:defRPr sz="2800" b="1" i="0" baseline="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“Quote text”</a:t>
            </a:r>
          </a:p>
        </p:txBody>
      </p:sp>
      <p:grpSp>
        <p:nvGrpSpPr>
          <p:cNvPr id="11" name="Group 10">
            <a:extLst>
              <a:ext uri="{FF2B5EF4-FFF2-40B4-BE49-F238E27FC236}">
                <a16:creationId xmlns:a16="http://schemas.microsoft.com/office/drawing/2014/main" id="{6515CB27-0BF5-6442-BBC1-066619574324}"/>
              </a:ext>
            </a:extLst>
          </p:cNvPr>
          <p:cNvGrpSpPr/>
          <p:nvPr userDrawn="1"/>
        </p:nvGrpSpPr>
        <p:grpSpPr>
          <a:xfrm>
            <a:off x="487680" y="6366734"/>
            <a:ext cx="11235072" cy="491266"/>
            <a:chOff x="487680" y="6366734"/>
            <a:chExt cx="11235072" cy="491266"/>
          </a:xfrm>
        </p:grpSpPr>
        <p:cxnSp>
          <p:nvCxnSpPr>
            <p:cNvPr id="12" name="Straight Connector 11">
              <a:extLst>
                <a:ext uri="{FF2B5EF4-FFF2-40B4-BE49-F238E27FC236}">
                  <a16:creationId xmlns:a16="http://schemas.microsoft.com/office/drawing/2014/main" id="{85C1C3BE-14FB-1E41-BE08-4D91F9324554}"/>
                </a:ext>
              </a:extLst>
            </p:cNvPr>
            <p:cNvCxnSpPr>
              <a:cxnSpLocks/>
            </p:cNvCxnSpPr>
            <p:nvPr/>
          </p:nvCxnSpPr>
          <p:spPr>
            <a:xfrm>
              <a:off x="1206644" y="6367114"/>
              <a:ext cx="10516108" cy="0"/>
            </a:xfrm>
            <a:prstGeom prst="line">
              <a:avLst/>
            </a:prstGeom>
            <a:ln w="12700">
              <a:solidFill>
                <a:srgbClr val="99CBE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61B58F5-8F2A-5844-AF25-841998656DF4}"/>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7" name="Picture 16" descr="A picture containing text&#10;&#10;Description automatically generated">
              <a:extLst>
                <a:ext uri="{FF2B5EF4-FFF2-40B4-BE49-F238E27FC236}">
                  <a16:creationId xmlns:a16="http://schemas.microsoft.com/office/drawing/2014/main" id="{EFD4E658-9656-004B-AA2E-DA7CD75D03A6}"/>
                </a:ext>
              </a:extLst>
            </p:cNvPr>
            <p:cNvPicPr>
              <a:picLocks noChangeAspect="1"/>
            </p:cNvPicPr>
            <p:nvPr/>
          </p:nvPicPr>
          <p:blipFill>
            <a:blip r:embed="rId3"/>
            <a:stretch>
              <a:fillRect/>
            </a:stretch>
          </p:blipFill>
          <p:spPr>
            <a:xfrm>
              <a:off x="487680" y="6366734"/>
              <a:ext cx="491266" cy="491266"/>
            </a:xfrm>
            <a:prstGeom prst="rect">
              <a:avLst/>
            </a:prstGeom>
          </p:spPr>
        </p:pic>
      </p:grpSp>
      <p:sp>
        <p:nvSpPr>
          <p:cNvPr id="19" name="Slide Number Placeholder 4">
            <a:extLst>
              <a:ext uri="{FF2B5EF4-FFF2-40B4-BE49-F238E27FC236}">
                <a16:creationId xmlns:a16="http://schemas.microsoft.com/office/drawing/2014/main" id="{83DC7BF5-7A07-C44C-91C1-43315E08E18A}"/>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18" name="Text Placeholder 5">
            <a:extLst>
              <a:ext uri="{FF2B5EF4-FFF2-40B4-BE49-F238E27FC236}">
                <a16:creationId xmlns:a16="http://schemas.microsoft.com/office/drawing/2014/main" id="{D7993498-4215-224F-94AE-F3557FF263D6}"/>
              </a:ext>
            </a:extLst>
          </p:cNvPr>
          <p:cNvSpPr>
            <a:spLocks noGrp="1"/>
          </p:cNvSpPr>
          <p:nvPr>
            <p:ph type="body" sz="quarter" idx="20" hasCustomPrompt="1"/>
          </p:nvPr>
        </p:nvSpPr>
        <p:spPr>
          <a:xfrm>
            <a:off x="4372250" y="6002642"/>
            <a:ext cx="3447500" cy="489046"/>
          </a:xfrm>
          <a:prstGeom prst="rect">
            <a:avLst/>
          </a:prstGeom>
        </p:spPr>
        <p:txBody>
          <a:bodyPr anchor="ctr">
            <a:normAutofit/>
          </a:bodyPr>
          <a:lstStyle>
            <a:lvl1pPr marL="0" indent="0" algn="ctr">
              <a:buNone/>
              <a:defRPr sz="18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 First, Last Name</a:t>
            </a:r>
          </a:p>
        </p:txBody>
      </p:sp>
    </p:spTree>
    <p:extLst>
      <p:ext uri="{BB962C8B-B14F-4D97-AF65-F5344CB8AC3E}">
        <p14:creationId xmlns:p14="http://schemas.microsoft.com/office/powerpoint/2010/main" val="189820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Quot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hape, background pattern&#10;&#10;Description automatically generated">
            <a:extLst>
              <a:ext uri="{FF2B5EF4-FFF2-40B4-BE49-F238E27FC236}">
                <a16:creationId xmlns:a16="http://schemas.microsoft.com/office/drawing/2014/main" id="{D42FA5F9-8A21-AE45-A04D-D1834BDFA90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Picture Placeholder 3">
            <a:extLst>
              <a:ext uri="{FF2B5EF4-FFF2-40B4-BE49-F238E27FC236}">
                <a16:creationId xmlns:a16="http://schemas.microsoft.com/office/drawing/2014/main" id="{345AA1FB-8E09-AB87-A71E-87913612EC5A}"/>
              </a:ext>
            </a:extLst>
          </p:cNvPr>
          <p:cNvSpPr>
            <a:spLocks noGrp="1"/>
          </p:cNvSpPr>
          <p:nvPr>
            <p:ph type="pic" sz="quarter" idx="21" hasCustomPrompt="1"/>
          </p:nvPr>
        </p:nvSpPr>
        <p:spPr>
          <a:xfrm>
            <a:off x="0" y="0"/>
            <a:ext cx="12192000" cy="6858000"/>
          </a:xfrm>
        </p:spPr>
        <p:txBody>
          <a:bodyPr anchor="t"/>
          <a:lstStyle>
            <a:lvl1pPr algn="ctr">
              <a:defRPr/>
            </a:lvl1pPr>
          </a:lstStyle>
          <a:p>
            <a:r>
              <a:rPr lang="en-US"/>
              <a:t>Click to add photo for quote</a:t>
            </a:r>
          </a:p>
        </p:txBody>
      </p:sp>
      <p:sp>
        <p:nvSpPr>
          <p:cNvPr id="8" name="Title 1">
            <a:extLst>
              <a:ext uri="{FF2B5EF4-FFF2-40B4-BE49-F238E27FC236}">
                <a16:creationId xmlns:a16="http://schemas.microsoft.com/office/drawing/2014/main" id="{1DE17975-83A5-DF4E-98F5-DE79EA29739C}"/>
              </a:ext>
            </a:extLst>
          </p:cNvPr>
          <p:cNvSpPr>
            <a:spLocks noGrp="1"/>
          </p:cNvSpPr>
          <p:nvPr>
            <p:ph type="title" hasCustomPrompt="1"/>
          </p:nvPr>
        </p:nvSpPr>
        <p:spPr>
          <a:xfrm>
            <a:off x="2572090" y="3962403"/>
            <a:ext cx="7047820" cy="2987033"/>
          </a:xfrm>
          <a:solidFill>
            <a:schemeClr val="accent1">
              <a:alpha val="44818"/>
            </a:schemeClr>
          </a:solidFill>
        </p:spPr>
        <p:txBody>
          <a:bodyPr>
            <a:normAutofit/>
          </a:bodyPr>
          <a:lstStyle>
            <a:lvl1pPr algn="ctr">
              <a:defRPr sz="2800" b="1" i="0" baseline="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“Quote text”</a:t>
            </a:r>
          </a:p>
        </p:txBody>
      </p:sp>
      <p:grpSp>
        <p:nvGrpSpPr>
          <p:cNvPr id="11" name="Group 10">
            <a:extLst>
              <a:ext uri="{FF2B5EF4-FFF2-40B4-BE49-F238E27FC236}">
                <a16:creationId xmlns:a16="http://schemas.microsoft.com/office/drawing/2014/main" id="{6515CB27-0BF5-6442-BBC1-066619574324}"/>
              </a:ext>
            </a:extLst>
          </p:cNvPr>
          <p:cNvGrpSpPr/>
          <p:nvPr userDrawn="1"/>
        </p:nvGrpSpPr>
        <p:grpSpPr>
          <a:xfrm>
            <a:off x="487680" y="6366734"/>
            <a:ext cx="11235072" cy="491266"/>
            <a:chOff x="487680" y="6366734"/>
            <a:chExt cx="11235072" cy="491266"/>
          </a:xfrm>
        </p:grpSpPr>
        <p:cxnSp>
          <p:nvCxnSpPr>
            <p:cNvPr id="12" name="Straight Connector 11">
              <a:extLst>
                <a:ext uri="{FF2B5EF4-FFF2-40B4-BE49-F238E27FC236}">
                  <a16:creationId xmlns:a16="http://schemas.microsoft.com/office/drawing/2014/main" id="{85C1C3BE-14FB-1E41-BE08-4D91F9324554}"/>
                </a:ext>
              </a:extLst>
            </p:cNvPr>
            <p:cNvCxnSpPr>
              <a:cxnSpLocks/>
            </p:cNvCxnSpPr>
            <p:nvPr/>
          </p:nvCxnSpPr>
          <p:spPr>
            <a:xfrm>
              <a:off x="1206644" y="6367114"/>
              <a:ext cx="10516108" cy="0"/>
            </a:xfrm>
            <a:prstGeom prst="line">
              <a:avLst/>
            </a:prstGeom>
            <a:ln w="12700">
              <a:solidFill>
                <a:srgbClr val="99CBE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61B58F5-8F2A-5844-AF25-841998656DF4}"/>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7" name="Picture 16" descr="A picture containing text&#10;&#10;Description automatically generated">
              <a:extLst>
                <a:ext uri="{FF2B5EF4-FFF2-40B4-BE49-F238E27FC236}">
                  <a16:creationId xmlns:a16="http://schemas.microsoft.com/office/drawing/2014/main" id="{EFD4E658-9656-004B-AA2E-DA7CD75D03A6}"/>
                </a:ext>
              </a:extLst>
            </p:cNvPr>
            <p:cNvPicPr>
              <a:picLocks noChangeAspect="1"/>
            </p:cNvPicPr>
            <p:nvPr/>
          </p:nvPicPr>
          <p:blipFill>
            <a:blip r:embed="rId3"/>
            <a:stretch>
              <a:fillRect/>
            </a:stretch>
          </p:blipFill>
          <p:spPr>
            <a:xfrm>
              <a:off x="487680" y="6366734"/>
              <a:ext cx="491266" cy="491266"/>
            </a:xfrm>
            <a:prstGeom prst="rect">
              <a:avLst/>
            </a:prstGeom>
          </p:spPr>
        </p:pic>
      </p:grpSp>
      <p:sp>
        <p:nvSpPr>
          <p:cNvPr id="19" name="Slide Number Placeholder 4">
            <a:extLst>
              <a:ext uri="{FF2B5EF4-FFF2-40B4-BE49-F238E27FC236}">
                <a16:creationId xmlns:a16="http://schemas.microsoft.com/office/drawing/2014/main" id="{83DC7BF5-7A07-C44C-91C1-43315E08E18A}"/>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18" name="Text Placeholder 5">
            <a:extLst>
              <a:ext uri="{FF2B5EF4-FFF2-40B4-BE49-F238E27FC236}">
                <a16:creationId xmlns:a16="http://schemas.microsoft.com/office/drawing/2014/main" id="{D7993498-4215-224F-94AE-F3557FF263D6}"/>
              </a:ext>
            </a:extLst>
          </p:cNvPr>
          <p:cNvSpPr>
            <a:spLocks noGrp="1"/>
          </p:cNvSpPr>
          <p:nvPr>
            <p:ph type="body" sz="quarter" idx="20" hasCustomPrompt="1"/>
          </p:nvPr>
        </p:nvSpPr>
        <p:spPr>
          <a:xfrm>
            <a:off x="4238138" y="5876229"/>
            <a:ext cx="3447500" cy="489046"/>
          </a:xfrm>
          <a:prstGeom prst="rect">
            <a:avLst/>
          </a:prstGeom>
        </p:spPr>
        <p:txBody>
          <a:bodyPr anchor="ctr">
            <a:normAutofit/>
          </a:bodyPr>
          <a:lstStyle>
            <a:lvl1pPr marL="0" indent="0" algn="ctr">
              <a:buNone/>
              <a:defRPr sz="18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 First, Last Name</a:t>
            </a:r>
          </a:p>
        </p:txBody>
      </p:sp>
    </p:spTree>
    <p:extLst>
      <p:ext uri="{BB962C8B-B14F-4D97-AF65-F5344CB8AC3E}">
        <p14:creationId xmlns:p14="http://schemas.microsoft.com/office/powerpoint/2010/main" val="35476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Quote -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E85DAB-831D-2B31-9A2B-AA7E7292CF15}"/>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345AA1FB-8E09-AB87-A71E-87913612EC5A}"/>
              </a:ext>
            </a:extLst>
          </p:cNvPr>
          <p:cNvSpPr>
            <a:spLocks noGrp="1"/>
          </p:cNvSpPr>
          <p:nvPr>
            <p:ph type="pic" sz="quarter" idx="21" hasCustomPrompt="1"/>
          </p:nvPr>
        </p:nvSpPr>
        <p:spPr>
          <a:xfrm>
            <a:off x="0" y="0"/>
            <a:ext cx="12192000" cy="6858000"/>
          </a:xfrm>
        </p:spPr>
        <p:txBody>
          <a:bodyPr anchor="t"/>
          <a:lstStyle>
            <a:lvl1pPr algn="ctr">
              <a:defRPr/>
            </a:lvl1pPr>
          </a:lstStyle>
          <a:p>
            <a:r>
              <a:rPr lang="en-US"/>
              <a:t>Click to add full page photo for quote</a:t>
            </a:r>
          </a:p>
        </p:txBody>
      </p:sp>
      <p:sp>
        <p:nvSpPr>
          <p:cNvPr id="8" name="Title 1">
            <a:extLst>
              <a:ext uri="{FF2B5EF4-FFF2-40B4-BE49-F238E27FC236}">
                <a16:creationId xmlns:a16="http://schemas.microsoft.com/office/drawing/2014/main" id="{1DE17975-83A5-DF4E-98F5-DE79EA29739C}"/>
              </a:ext>
            </a:extLst>
          </p:cNvPr>
          <p:cNvSpPr>
            <a:spLocks noGrp="1"/>
          </p:cNvSpPr>
          <p:nvPr>
            <p:ph type="title" hasCustomPrompt="1"/>
          </p:nvPr>
        </p:nvSpPr>
        <p:spPr>
          <a:xfrm>
            <a:off x="243841" y="985704"/>
            <a:ext cx="11663582" cy="4487527"/>
          </a:xfrm>
        </p:spPr>
        <p:txBody>
          <a:bodyPr>
            <a:normAutofit/>
          </a:bodyPr>
          <a:lstStyle>
            <a:lvl1pPr algn="ctr">
              <a:defRPr sz="4000" b="1" i="0" baseline="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“Quote text”</a:t>
            </a:r>
          </a:p>
        </p:txBody>
      </p:sp>
      <p:sp>
        <p:nvSpPr>
          <p:cNvPr id="18" name="Text Placeholder 5">
            <a:extLst>
              <a:ext uri="{FF2B5EF4-FFF2-40B4-BE49-F238E27FC236}">
                <a16:creationId xmlns:a16="http://schemas.microsoft.com/office/drawing/2014/main" id="{D7993498-4215-224F-94AE-F3557FF263D6}"/>
              </a:ext>
            </a:extLst>
          </p:cNvPr>
          <p:cNvSpPr>
            <a:spLocks noGrp="1"/>
          </p:cNvSpPr>
          <p:nvPr>
            <p:ph type="body" sz="quarter" idx="20" hasCustomPrompt="1"/>
          </p:nvPr>
        </p:nvSpPr>
        <p:spPr>
          <a:xfrm>
            <a:off x="4157472" y="5383250"/>
            <a:ext cx="3877056" cy="489046"/>
          </a:xfrm>
          <a:prstGeom prst="rect">
            <a:avLst/>
          </a:prstGeom>
        </p:spPr>
        <p:txBody>
          <a:bodyPr anchor="ctr">
            <a:normAutofit/>
          </a:bodyPr>
          <a:lstStyle>
            <a:lvl1pPr marL="0" indent="0" algn="ctr">
              <a:buNone/>
              <a:defRPr sz="18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 First, Last Name</a:t>
            </a:r>
          </a:p>
        </p:txBody>
      </p:sp>
      <p:sp>
        <p:nvSpPr>
          <p:cNvPr id="19" name="Slide Number Placeholder 4">
            <a:extLst>
              <a:ext uri="{FF2B5EF4-FFF2-40B4-BE49-F238E27FC236}">
                <a16:creationId xmlns:a16="http://schemas.microsoft.com/office/drawing/2014/main" id="{83DC7BF5-7A07-C44C-91C1-43315E08E18A}"/>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10133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basic -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CBB7-54C3-5A46-9AD6-99956058FF54}"/>
              </a:ext>
            </a:extLst>
          </p:cNvPr>
          <p:cNvSpPr>
            <a:spLocks noGrp="1"/>
          </p:cNvSpPr>
          <p:nvPr>
            <p:ph type="title" hasCustomPrompt="1"/>
          </p:nvPr>
        </p:nvSpPr>
        <p:spPr>
          <a:xfrm>
            <a:off x="481263" y="100409"/>
            <a:ext cx="11229473" cy="1325563"/>
          </a:xfrm>
        </p:spPr>
        <p:txBody>
          <a:bodyPr>
            <a:normAutofit/>
          </a:bodyPr>
          <a:lstStyle>
            <a:lvl1pPr>
              <a:defRPr sz="3600">
                <a:solidFill>
                  <a:schemeClr val="tx2"/>
                </a:solidFill>
              </a:defRPr>
            </a:lvl1pPr>
          </a:lstStyle>
          <a:p>
            <a:r>
              <a:rPr lang="en-US"/>
              <a:t>Slide title</a:t>
            </a:r>
          </a:p>
        </p:txBody>
      </p:sp>
      <p:sp>
        <p:nvSpPr>
          <p:cNvPr id="8" name="Slide Number Placeholder 4">
            <a:extLst>
              <a:ext uri="{FF2B5EF4-FFF2-40B4-BE49-F238E27FC236}">
                <a16:creationId xmlns:a16="http://schemas.microsoft.com/office/drawing/2014/main" id="{AB42D5C1-1323-374D-BA20-FB614367630E}"/>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9" name="Text Placeholder 2">
            <a:extLst>
              <a:ext uri="{FF2B5EF4-FFF2-40B4-BE49-F238E27FC236}">
                <a16:creationId xmlns:a16="http://schemas.microsoft.com/office/drawing/2014/main" id="{EFCAD8D5-2D3B-5903-84DC-5538B30A8857}"/>
              </a:ext>
            </a:extLst>
          </p:cNvPr>
          <p:cNvSpPr>
            <a:spLocks noGrp="1"/>
          </p:cNvSpPr>
          <p:nvPr>
            <p:ph idx="10"/>
          </p:nvPr>
        </p:nvSpPr>
        <p:spPr>
          <a:xfrm>
            <a:off x="481263" y="1700582"/>
            <a:ext cx="11229473" cy="4454610"/>
          </a:xfrm>
          <a:prstGeom prst="rect">
            <a:avLst/>
          </a:prstGeom>
        </p:spPr>
        <p:txBody>
          <a:bodyPr vert="horz" lIns="91440" tIns="45720" rIns="91440" bIns="45720" rtlCol="0">
            <a:normAutofit/>
          </a:bodyPr>
          <a:lstStyle>
            <a:lvl1pPr>
              <a:defRPr sz="3400"/>
            </a:lvl1pPr>
            <a:lvl2pPr>
              <a:defRPr sz="2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0463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t - basic -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CBB7-54C3-5A46-9AD6-99956058FF54}"/>
              </a:ext>
            </a:extLst>
          </p:cNvPr>
          <p:cNvSpPr>
            <a:spLocks noGrp="1"/>
          </p:cNvSpPr>
          <p:nvPr>
            <p:ph type="title" hasCustomPrompt="1"/>
          </p:nvPr>
        </p:nvSpPr>
        <p:spPr>
          <a:xfrm>
            <a:off x="481263" y="100409"/>
            <a:ext cx="7309425" cy="1325563"/>
          </a:xfrm>
        </p:spPr>
        <p:txBody>
          <a:bodyPr>
            <a:normAutofit/>
          </a:bodyPr>
          <a:lstStyle>
            <a:lvl1pPr>
              <a:defRPr sz="3600">
                <a:solidFill>
                  <a:schemeClr val="tx2"/>
                </a:solidFill>
              </a:defRPr>
            </a:lvl1pPr>
          </a:lstStyle>
          <a:p>
            <a:r>
              <a:rPr lang="en-US"/>
              <a:t>Slide title</a:t>
            </a:r>
          </a:p>
        </p:txBody>
      </p:sp>
      <p:sp>
        <p:nvSpPr>
          <p:cNvPr id="8" name="Slide Number Placeholder 4">
            <a:extLst>
              <a:ext uri="{FF2B5EF4-FFF2-40B4-BE49-F238E27FC236}">
                <a16:creationId xmlns:a16="http://schemas.microsoft.com/office/drawing/2014/main" id="{AB42D5C1-1323-374D-BA20-FB614367630E}"/>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9" name="Text Placeholder 2">
            <a:extLst>
              <a:ext uri="{FF2B5EF4-FFF2-40B4-BE49-F238E27FC236}">
                <a16:creationId xmlns:a16="http://schemas.microsoft.com/office/drawing/2014/main" id="{EFCAD8D5-2D3B-5903-84DC-5538B30A8857}"/>
              </a:ext>
            </a:extLst>
          </p:cNvPr>
          <p:cNvSpPr>
            <a:spLocks noGrp="1"/>
          </p:cNvSpPr>
          <p:nvPr>
            <p:ph idx="10"/>
          </p:nvPr>
        </p:nvSpPr>
        <p:spPr>
          <a:xfrm>
            <a:off x="481263" y="1700582"/>
            <a:ext cx="7309425" cy="4454610"/>
          </a:xfrm>
          <a:prstGeom prst="rect">
            <a:avLst/>
          </a:prstGeom>
        </p:spPr>
        <p:txBody>
          <a:bodyPr vert="horz" lIns="91440" tIns="45720" rIns="91440" bIns="45720" rtlCol="0">
            <a:normAutofit/>
          </a:bodyPr>
          <a:lstStyle>
            <a:lvl1pPr>
              <a:defRPr sz="3400"/>
            </a:lvl1pPr>
            <a:lvl2pPr>
              <a:defRPr sz="2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BB183C87-E6AB-8348-AFA7-1CD7F4796732}"/>
              </a:ext>
            </a:extLst>
          </p:cNvPr>
          <p:cNvSpPr>
            <a:spLocks noGrp="1"/>
          </p:cNvSpPr>
          <p:nvPr>
            <p:ph type="pic" sz="quarter" idx="11" hasCustomPrompt="1"/>
          </p:nvPr>
        </p:nvSpPr>
        <p:spPr>
          <a:xfrm>
            <a:off x="7791450" y="0"/>
            <a:ext cx="4400550" cy="6155192"/>
          </a:xfrm>
        </p:spPr>
        <p:txBody>
          <a:bodyPr anchor="ctr"/>
          <a:lstStyle/>
          <a:p>
            <a:r>
              <a:rPr lang="en-US"/>
              <a:t>Click to add picture</a:t>
            </a:r>
          </a:p>
        </p:txBody>
      </p:sp>
    </p:spTree>
    <p:extLst>
      <p:ext uri="{BB962C8B-B14F-4D97-AF65-F5344CB8AC3E}">
        <p14:creationId xmlns:p14="http://schemas.microsoft.com/office/powerpoint/2010/main" val="304166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basic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CBB7-54C3-5A46-9AD6-99956058FF54}"/>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4" name="Text Placeholder 3">
            <a:extLst>
              <a:ext uri="{FF2B5EF4-FFF2-40B4-BE49-F238E27FC236}">
                <a16:creationId xmlns:a16="http://schemas.microsoft.com/office/drawing/2014/main" id="{3E85D57F-86FD-C84D-8DF8-65D4FB305097}"/>
              </a:ext>
            </a:extLst>
          </p:cNvPr>
          <p:cNvSpPr>
            <a:spLocks noGrp="1"/>
          </p:cNvSpPr>
          <p:nvPr>
            <p:ph idx="1" hasCustomPrompt="1"/>
          </p:nvPr>
        </p:nvSpPr>
        <p:spPr>
          <a:xfrm>
            <a:off x="481264" y="1645920"/>
            <a:ext cx="11229472" cy="4470945"/>
          </a:xfrm>
          <a:prstGeom prst="rect">
            <a:avLst/>
          </a:prstGeom>
        </p:spPr>
        <p:txBody>
          <a:bodyPr vert="horz" lIns="91440" tIns="45720" rIns="91440" bIns="45720" numCol="1" spcCol="457200" rtlCol="0">
            <a:normAutofit/>
          </a:bodyPr>
          <a:lstStyle>
            <a:lvl1pPr marL="0" indent="0">
              <a:lnSpc>
                <a:spcPct val="150000"/>
              </a:lnSpc>
              <a:buNone/>
              <a:defRPr sz="3200">
                <a:solidFill>
                  <a:schemeClr val="tx2"/>
                </a:solidFill>
              </a:defRPr>
            </a:lvl1pPr>
          </a:lstStyle>
          <a:p>
            <a:pPr lvl="0"/>
            <a:r>
              <a:rPr lang="en-US"/>
              <a:t>1 column text</a:t>
            </a:r>
          </a:p>
        </p:txBody>
      </p:sp>
      <p:sp>
        <p:nvSpPr>
          <p:cNvPr id="5" name="Slide Number Placeholder 4">
            <a:extLst>
              <a:ext uri="{FF2B5EF4-FFF2-40B4-BE49-F238E27FC236}">
                <a16:creationId xmlns:a16="http://schemas.microsoft.com/office/drawing/2014/main" id="{8E599BBD-EFC2-AD47-8E46-EFED85A76F84}"/>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34455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 basic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CBB7-54C3-5A46-9AD6-99956058FF54}"/>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4" name="Text Placeholder 3">
            <a:extLst>
              <a:ext uri="{FF2B5EF4-FFF2-40B4-BE49-F238E27FC236}">
                <a16:creationId xmlns:a16="http://schemas.microsoft.com/office/drawing/2014/main" id="{3E85D57F-86FD-C84D-8DF8-65D4FB305097}"/>
              </a:ext>
            </a:extLst>
          </p:cNvPr>
          <p:cNvSpPr>
            <a:spLocks noGrp="1"/>
          </p:cNvSpPr>
          <p:nvPr>
            <p:ph idx="1" hasCustomPrompt="1"/>
          </p:nvPr>
        </p:nvSpPr>
        <p:spPr>
          <a:xfrm>
            <a:off x="481264" y="1645920"/>
            <a:ext cx="11229472" cy="4462272"/>
          </a:xfrm>
          <a:prstGeom prst="rect">
            <a:avLst/>
          </a:prstGeom>
        </p:spPr>
        <p:txBody>
          <a:bodyPr vert="horz" lIns="91440" tIns="45720" rIns="91440" bIns="45720" numCol="2" spcCol="457200" rtlCol="0">
            <a:normAutofit/>
          </a:bodyPr>
          <a:lstStyle>
            <a:lvl1pPr marL="0" indent="0">
              <a:lnSpc>
                <a:spcPct val="150000"/>
              </a:lnSpc>
              <a:buNone/>
              <a:defRPr sz="3200">
                <a:solidFill>
                  <a:schemeClr val="tx2"/>
                </a:solidFill>
              </a:defRPr>
            </a:lvl1pPr>
          </a:lstStyle>
          <a:p>
            <a:pPr lvl="0"/>
            <a:r>
              <a:rPr lang="en-US"/>
              <a:t>2 column text</a:t>
            </a:r>
          </a:p>
        </p:txBody>
      </p:sp>
      <p:sp>
        <p:nvSpPr>
          <p:cNvPr id="5" name="Slide Number Placeholder 4">
            <a:extLst>
              <a:ext uri="{FF2B5EF4-FFF2-40B4-BE49-F238E27FC236}">
                <a16:creationId xmlns:a16="http://schemas.microsoft.com/office/drawing/2014/main" id="{8E599BBD-EFC2-AD47-8E46-EFED85A76F84}"/>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81464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2 column">
    <p:bg>
      <p:bgPr>
        <a:solidFill>
          <a:schemeClr val="bg1"/>
        </a:solidFill>
        <a:effectLst/>
      </p:bgPr>
    </p:bg>
    <p:spTree>
      <p:nvGrpSpPr>
        <p:cNvPr id="1" name=""/>
        <p:cNvGrpSpPr/>
        <p:nvPr/>
      </p:nvGrpSpPr>
      <p:grpSpPr>
        <a:xfrm>
          <a:off x="0" y="0"/>
          <a:ext cx="0" cy="0"/>
          <a:chOff x="0" y="0"/>
          <a:chExt cx="0" cy="0"/>
        </a:xfrm>
      </p:grpSpPr>
      <p:cxnSp>
        <p:nvCxnSpPr>
          <p:cNvPr id="19" name="Straight Connector 18"/>
          <p:cNvCxnSpPr>
            <a:cxnSpLocks/>
          </p:cNvCxnSpPr>
          <p:nvPr userDrawn="1"/>
        </p:nvCxnSpPr>
        <p:spPr>
          <a:xfrm>
            <a:off x="6095999" y="1521081"/>
            <a:ext cx="0" cy="4685211"/>
          </a:xfrm>
          <a:prstGeom prst="line">
            <a:avLst/>
          </a:prstGeom>
          <a:ln w="12700">
            <a:solidFill>
              <a:srgbClr val="333333"/>
            </a:solidFill>
          </a:ln>
        </p:spPr>
        <p:style>
          <a:lnRef idx="1">
            <a:schemeClr val="dk1"/>
          </a:lnRef>
          <a:fillRef idx="0">
            <a:schemeClr val="dk1"/>
          </a:fillRef>
          <a:effectRef idx="0">
            <a:schemeClr val="dk1"/>
          </a:effectRef>
          <a:fontRef idx="minor">
            <a:schemeClr val="tx1"/>
          </a:fontRef>
        </p:style>
      </p:cxnSp>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2" y="1521080"/>
            <a:ext cx="5276204" cy="4685211"/>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13" name="Text Placeholder 3">
            <a:extLst>
              <a:ext uri="{FF2B5EF4-FFF2-40B4-BE49-F238E27FC236}">
                <a16:creationId xmlns:a16="http://schemas.microsoft.com/office/drawing/2014/main" id="{84E7069E-FB07-974E-96DA-C4272F56FA0D}"/>
              </a:ext>
            </a:extLst>
          </p:cNvPr>
          <p:cNvSpPr>
            <a:spLocks noGrp="1"/>
          </p:cNvSpPr>
          <p:nvPr>
            <p:ph idx="10"/>
          </p:nvPr>
        </p:nvSpPr>
        <p:spPr>
          <a:xfrm>
            <a:off x="6434528" y="1521080"/>
            <a:ext cx="5276206" cy="4685212"/>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11" name="Title 1">
            <a:extLst>
              <a:ext uri="{FF2B5EF4-FFF2-40B4-BE49-F238E27FC236}">
                <a16:creationId xmlns:a16="http://schemas.microsoft.com/office/drawing/2014/main" id="{96A203FE-051A-734D-89BA-C91D892D504B}"/>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14" name="Slide Number Placeholder 4">
            <a:extLst>
              <a:ext uri="{FF2B5EF4-FFF2-40B4-BE49-F238E27FC236}">
                <a16:creationId xmlns:a16="http://schemas.microsoft.com/office/drawing/2014/main" id="{D582982A-75E3-1C46-9B2D-C2AD97E5D269}"/>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068712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text - picture">
    <p:bg>
      <p:bgPr>
        <a:solidFill>
          <a:schemeClr val="bg1"/>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2" y="1511808"/>
            <a:ext cx="5785426" cy="4694484"/>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6" name="Picture Placeholder 2">
            <a:extLst>
              <a:ext uri="{FF2B5EF4-FFF2-40B4-BE49-F238E27FC236}">
                <a16:creationId xmlns:a16="http://schemas.microsoft.com/office/drawing/2014/main" id="{CAE5804F-B026-D646-81F8-0B82C5584597}"/>
              </a:ext>
            </a:extLst>
          </p:cNvPr>
          <p:cNvSpPr>
            <a:spLocks noGrp="1"/>
          </p:cNvSpPr>
          <p:nvPr>
            <p:ph type="pic" sz="quarter" idx="11"/>
          </p:nvPr>
        </p:nvSpPr>
        <p:spPr>
          <a:xfrm>
            <a:off x="6434536" y="1511808"/>
            <a:ext cx="5276200" cy="4694484"/>
          </a:xfrm>
          <a:prstGeom prst="rect">
            <a:avLst/>
          </a:prstGeom>
        </p:spPr>
        <p:txBody>
          <a:bodyPr>
            <a:normAutofit/>
          </a:bodyPr>
          <a:lstStyle>
            <a:lvl1pPr marL="0" indent="0" algn="ctr">
              <a:buNone/>
              <a:defRPr sz="2400">
                <a:solidFill>
                  <a:schemeClr val="tx2"/>
                </a:solidFill>
              </a:defRPr>
            </a:lvl1pPr>
          </a:lstStyle>
          <a:p>
            <a:r>
              <a:rPr lang="en-US"/>
              <a:t>Click icon to add picture</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9" name="Slide Number Placeholder 4">
            <a:extLst>
              <a:ext uri="{FF2B5EF4-FFF2-40B4-BE49-F238E27FC236}">
                <a16:creationId xmlns:a16="http://schemas.microsoft.com/office/drawing/2014/main" id="{110EBBFA-F4D2-7D43-A077-F296CD58C4B0}"/>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691654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 large photo - text">
    <p:bg>
      <p:bgPr>
        <a:solidFill>
          <a:schemeClr val="bg1"/>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8311243" y="1511808"/>
            <a:ext cx="3399493" cy="4694484"/>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6" name="Picture Placeholder 2">
            <a:extLst>
              <a:ext uri="{FF2B5EF4-FFF2-40B4-BE49-F238E27FC236}">
                <a16:creationId xmlns:a16="http://schemas.microsoft.com/office/drawing/2014/main" id="{CAE5804F-B026-D646-81F8-0B82C5584597}"/>
              </a:ext>
            </a:extLst>
          </p:cNvPr>
          <p:cNvSpPr>
            <a:spLocks noGrp="1"/>
          </p:cNvSpPr>
          <p:nvPr>
            <p:ph type="pic" sz="quarter" idx="11"/>
          </p:nvPr>
        </p:nvSpPr>
        <p:spPr>
          <a:xfrm>
            <a:off x="481263" y="1511808"/>
            <a:ext cx="7585051" cy="4694484"/>
          </a:xfrm>
          <a:prstGeom prst="rect">
            <a:avLst/>
          </a:prstGeom>
        </p:spPr>
        <p:txBody>
          <a:bodyPr>
            <a:normAutofit/>
          </a:bodyPr>
          <a:lstStyle>
            <a:lvl1pPr marL="0" indent="0">
              <a:buNone/>
              <a:defRPr sz="2400">
                <a:solidFill>
                  <a:schemeClr val="tx2"/>
                </a:solidFill>
              </a:defRPr>
            </a:lvl1pPr>
          </a:lstStyle>
          <a:p>
            <a:r>
              <a:rPr lang="en-US"/>
              <a:t>Click icon to add picture</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5" name="Slide Number Placeholder 4">
            <a:extLst>
              <a:ext uri="{FF2B5EF4-FFF2-40B4-BE49-F238E27FC236}">
                <a16:creationId xmlns:a16="http://schemas.microsoft.com/office/drawing/2014/main" id="{7792C1FA-A441-0048-A0B8-9CD5AF6FF431}"/>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12588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 large photo - text">
    <p:bg>
      <p:bgPr>
        <a:solidFill>
          <a:schemeClr val="bg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CAE5804F-B026-D646-81F8-0B82C5584597}"/>
              </a:ext>
            </a:extLst>
          </p:cNvPr>
          <p:cNvSpPr>
            <a:spLocks noGrp="1"/>
          </p:cNvSpPr>
          <p:nvPr>
            <p:ph type="pic" sz="quarter" idx="11" hasCustomPrompt="1"/>
          </p:nvPr>
        </p:nvSpPr>
        <p:spPr>
          <a:xfrm>
            <a:off x="0" y="0"/>
            <a:ext cx="12192000" cy="6858000"/>
          </a:xfrm>
          <a:prstGeom prst="rect">
            <a:avLst/>
          </a:prstGeom>
        </p:spPr>
        <p:txBody>
          <a:bodyPr anchor="ctr">
            <a:normAutofit/>
          </a:bodyPr>
          <a:lstStyle>
            <a:lvl1pPr marL="0" indent="0" algn="ctr">
              <a:buNone/>
              <a:defRPr sz="2400">
                <a:solidFill>
                  <a:schemeClr val="tx2"/>
                </a:solidFill>
              </a:defRPr>
            </a:lvl1pPr>
          </a:lstStyle>
          <a:p>
            <a:r>
              <a:rPr lang="en-US"/>
              <a:t>Click icon to add full screen picture</a:t>
            </a:r>
          </a:p>
          <a:p>
            <a:r>
              <a:rPr lang="en-US"/>
              <a:t>(light background)</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5" name="Slide Number Placeholder 4">
            <a:extLst>
              <a:ext uri="{FF2B5EF4-FFF2-40B4-BE49-F238E27FC236}">
                <a16:creationId xmlns:a16="http://schemas.microsoft.com/office/drawing/2014/main" id="{7792C1FA-A441-0048-A0B8-9CD5AF6FF431}"/>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94818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ontent - large photo - tex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4FBE34-0DAB-60E3-E096-BD8002A04B28}"/>
              </a:ext>
            </a:extLst>
          </p:cNvPr>
          <p:cNvSpPr/>
          <p:nvPr userDrawn="1"/>
        </p:nvSpPr>
        <p:spPr>
          <a:xfrm>
            <a:off x="0" y="0"/>
            <a:ext cx="12192000"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2">
            <a:extLst>
              <a:ext uri="{FF2B5EF4-FFF2-40B4-BE49-F238E27FC236}">
                <a16:creationId xmlns:a16="http://schemas.microsoft.com/office/drawing/2014/main" id="{CAE5804F-B026-D646-81F8-0B82C5584597}"/>
              </a:ext>
            </a:extLst>
          </p:cNvPr>
          <p:cNvSpPr>
            <a:spLocks noGrp="1"/>
          </p:cNvSpPr>
          <p:nvPr>
            <p:ph type="pic" sz="quarter" idx="11" hasCustomPrompt="1"/>
          </p:nvPr>
        </p:nvSpPr>
        <p:spPr>
          <a:xfrm>
            <a:off x="0" y="0"/>
            <a:ext cx="12192000" cy="6858000"/>
          </a:xfrm>
          <a:prstGeom prst="rect">
            <a:avLst/>
          </a:prstGeom>
        </p:spPr>
        <p:txBody>
          <a:bodyPr anchor="ctr">
            <a:normAutofit/>
          </a:bodyPr>
          <a:lstStyle>
            <a:lvl1pPr marL="0" indent="0" algn="ctr">
              <a:buNone/>
              <a:defRPr sz="2400">
                <a:solidFill>
                  <a:schemeClr val="bg1"/>
                </a:solidFill>
              </a:defRPr>
            </a:lvl1pPr>
          </a:lstStyle>
          <a:p>
            <a:r>
              <a:rPr lang="en-US"/>
              <a:t>Click icon to add full screen picture</a:t>
            </a:r>
          </a:p>
          <a:p>
            <a:r>
              <a:rPr lang="en-US"/>
              <a:t>(dark background)</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bg1"/>
                </a:solidFill>
              </a:defRPr>
            </a:lvl1pPr>
          </a:lstStyle>
          <a:p>
            <a:r>
              <a:rPr lang="en-US"/>
              <a:t>Slide title</a:t>
            </a:r>
          </a:p>
        </p:txBody>
      </p:sp>
      <p:sp>
        <p:nvSpPr>
          <p:cNvPr id="5" name="Slide Number Placeholder 4">
            <a:extLst>
              <a:ext uri="{FF2B5EF4-FFF2-40B4-BE49-F238E27FC236}">
                <a16:creationId xmlns:a16="http://schemas.microsoft.com/office/drawing/2014/main" id="{7792C1FA-A441-0048-A0B8-9CD5AF6FF431}"/>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936301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 basic -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52D882-F3C1-304A-A5F5-3DE0AB5EF699}"/>
              </a:ext>
            </a:extLst>
          </p:cNvPr>
          <p:cNvSpPr/>
          <p:nvPr userDrawn="1"/>
        </p:nvSpPr>
        <p:spPr>
          <a:xfrm>
            <a:off x="0" y="0"/>
            <a:ext cx="12192000" cy="6858000"/>
          </a:xfrm>
          <a:prstGeom prst="rect">
            <a:avLst/>
          </a:prstGeom>
          <a:solidFill>
            <a:srgbClr val="99C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27CBB7-54C3-5A46-9AD6-99956058FF54}"/>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6" name="Text Placeholder 5">
            <a:extLst>
              <a:ext uri="{FF2B5EF4-FFF2-40B4-BE49-F238E27FC236}">
                <a16:creationId xmlns:a16="http://schemas.microsoft.com/office/drawing/2014/main" id="{E59C0B6D-6D4E-4942-B7B1-C5E429F9835C}"/>
              </a:ext>
            </a:extLst>
          </p:cNvPr>
          <p:cNvSpPr>
            <a:spLocks noGrp="1"/>
          </p:cNvSpPr>
          <p:nvPr>
            <p:ph type="body" sz="quarter" idx="12" hasCustomPrompt="1"/>
          </p:nvPr>
        </p:nvSpPr>
        <p:spPr>
          <a:xfrm>
            <a:off x="481264" y="1645919"/>
            <a:ext cx="11229472" cy="4434369"/>
          </a:xfrm>
        </p:spPr>
        <p:txBody>
          <a:bodyPr>
            <a:normAutofit/>
          </a:bodyPr>
          <a:lstStyle>
            <a:lvl1pPr marL="0" indent="0">
              <a:buFontTx/>
              <a:buNone/>
              <a:defRPr sz="3200">
                <a:solidFill>
                  <a:schemeClr val="tx2"/>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1 column text</a:t>
            </a:r>
          </a:p>
        </p:txBody>
      </p:sp>
      <p:grpSp>
        <p:nvGrpSpPr>
          <p:cNvPr id="4" name="Group 3">
            <a:extLst>
              <a:ext uri="{FF2B5EF4-FFF2-40B4-BE49-F238E27FC236}">
                <a16:creationId xmlns:a16="http://schemas.microsoft.com/office/drawing/2014/main" id="{7A0B7C59-E94E-7347-93F4-5BDC12584EC2}"/>
              </a:ext>
            </a:extLst>
          </p:cNvPr>
          <p:cNvGrpSpPr/>
          <p:nvPr userDrawn="1"/>
        </p:nvGrpSpPr>
        <p:grpSpPr>
          <a:xfrm>
            <a:off x="487680" y="6366734"/>
            <a:ext cx="11235072" cy="491266"/>
            <a:chOff x="487680" y="6366734"/>
            <a:chExt cx="11235072" cy="491266"/>
          </a:xfrm>
        </p:grpSpPr>
        <p:cxnSp>
          <p:nvCxnSpPr>
            <p:cNvPr id="5" name="Straight Connector 4">
              <a:extLst>
                <a:ext uri="{FF2B5EF4-FFF2-40B4-BE49-F238E27FC236}">
                  <a16:creationId xmlns:a16="http://schemas.microsoft.com/office/drawing/2014/main" id="{24C17CA3-5F96-2F44-911D-E3339A38D786}"/>
                </a:ext>
              </a:extLst>
            </p:cNvPr>
            <p:cNvCxnSpPr>
              <a:cxnSpLocks/>
            </p:cNvCxnSpPr>
            <p:nvPr/>
          </p:nvCxnSpPr>
          <p:spPr>
            <a:xfrm>
              <a:off x="1206644" y="6367114"/>
              <a:ext cx="105161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AEB237D-C239-564E-870A-36015B9C6D79}"/>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9" name="Picture 8" descr="A picture containing logo&#10;&#10;Description automatically generated">
              <a:extLst>
                <a:ext uri="{FF2B5EF4-FFF2-40B4-BE49-F238E27FC236}">
                  <a16:creationId xmlns:a16="http://schemas.microsoft.com/office/drawing/2014/main" id="{2A7B7581-224B-B848-BF87-0AD0AB26C22F}"/>
                </a:ext>
              </a:extLst>
            </p:cNvPr>
            <p:cNvPicPr>
              <a:picLocks noChangeAspect="1"/>
            </p:cNvPicPr>
            <p:nvPr/>
          </p:nvPicPr>
          <p:blipFill>
            <a:blip r:embed="rId2"/>
            <a:stretch>
              <a:fillRect/>
            </a:stretch>
          </p:blipFill>
          <p:spPr>
            <a:xfrm>
              <a:off x="487680" y="6366734"/>
              <a:ext cx="491266" cy="491266"/>
            </a:xfrm>
            <a:prstGeom prst="rect">
              <a:avLst/>
            </a:prstGeom>
          </p:spPr>
        </p:pic>
      </p:grpSp>
      <p:sp>
        <p:nvSpPr>
          <p:cNvPr id="11" name="Slide Number Placeholder 4">
            <a:extLst>
              <a:ext uri="{FF2B5EF4-FFF2-40B4-BE49-F238E27FC236}">
                <a16:creationId xmlns:a16="http://schemas.microsoft.com/office/drawing/2014/main" id="{500FC8D3-67D0-ED46-810C-9563931D82FC}"/>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1370070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 basic - 2 column -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213F288-45E2-764A-905C-93BF0A90E777}"/>
              </a:ext>
            </a:extLst>
          </p:cNvPr>
          <p:cNvSpPr/>
          <p:nvPr userDrawn="1"/>
        </p:nvSpPr>
        <p:spPr>
          <a:xfrm>
            <a:off x="0" y="0"/>
            <a:ext cx="12192000" cy="6858000"/>
          </a:xfrm>
          <a:prstGeom prst="rect">
            <a:avLst/>
          </a:prstGeom>
          <a:solidFill>
            <a:srgbClr val="99C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5547A68C-0548-6B4A-99A6-FDF79DAA112E}"/>
              </a:ext>
            </a:extLst>
          </p:cNvPr>
          <p:cNvGrpSpPr/>
          <p:nvPr userDrawn="1"/>
        </p:nvGrpSpPr>
        <p:grpSpPr>
          <a:xfrm>
            <a:off x="487680" y="6366734"/>
            <a:ext cx="11235072" cy="491266"/>
            <a:chOff x="487680" y="6366734"/>
            <a:chExt cx="11235072" cy="491266"/>
          </a:xfrm>
        </p:grpSpPr>
        <p:cxnSp>
          <p:nvCxnSpPr>
            <p:cNvPr id="7" name="Straight Connector 6">
              <a:extLst>
                <a:ext uri="{FF2B5EF4-FFF2-40B4-BE49-F238E27FC236}">
                  <a16:creationId xmlns:a16="http://schemas.microsoft.com/office/drawing/2014/main" id="{ADEA0C40-8B63-3D47-99EA-E8B248E89ACE}"/>
                </a:ext>
              </a:extLst>
            </p:cNvPr>
            <p:cNvCxnSpPr>
              <a:cxnSpLocks/>
            </p:cNvCxnSpPr>
            <p:nvPr/>
          </p:nvCxnSpPr>
          <p:spPr>
            <a:xfrm>
              <a:off x="1206644" y="6367114"/>
              <a:ext cx="105161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5EB7795-66E2-0640-A87E-A085E6A64F08}"/>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0" name="Picture 9" descr="A picture containing logo&#10;&#10;Description automatically generated">
              <a:extLst>
                <a:ext uri="{FF2B5EF4-FFF2-40B4-BE49-F238E27FC236}">
                  <a16:creationId xmlns:a16="http://schemas.microsoft.com/office/drawing/2014/main" id="{79BD85EE-58AF-E644-AC63-03809C97C0B1}"/>
                </a:ext>
              </a:extLst>
            </p:cNvPr>
            <p:cNvPicPr>
              <a:picLocks noChangeAspect="1"/>
            </p:cNvPicPr>
            <p:nvPr/>
          </p:nvPicPr>
          <p:blipFill>
            <a:blip r:embed="rId2"/>
            <a:stretch>
              <a:fillRect/>
            </a:stretch>
          </p:blipFill>
          <p:spPr>
            <a:xfrm>
              <a:off x="487680" y="6366734"/>
              <a:ext cx="491266" cy="491266"/>
            </a:xfrm>
            <a:prstGeom prst="rect">
              <a:avLst/>
            </a:prstGeom>
          </p:spPr>
        </p:pic>
      </p:grpSp>
      <p:sp>
        <p:nvSpPr>
          <p:cNvPr id="2" name="Title 1">
            <a:extLst>
              <a:ext uri="{FF2B5EF4-FFF2-40B4-BE49-F238E27FC236}">
                <a16:creationId xmlns:a16="http://schemas.microsoft.com/office/drawing/2014/main" id="{D127CBB7-54C3-5A46-9AD6-99956058FF54}"/>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4" name="Text Placeholder 3">
            <a:extLst>
              <a:ext uri="{FF2B5EF4-FFF2-40B4-BE49-F238E27FC236}">
                <a16:creationId xmlns:a16="http://schemas.microsoft.com/office/drawing/2014/main" id="{3E85D57F-86FD-C84D-8DF8-65D4FB305097}"/>
              </a:ext>
            </a:extLst>
          </p:cNvPr>
          <p:cNvSpPr>
            <a:spLocks noGrp="1"/>
          </p:cNvSpPr>
          <p:nvPr>
            <p:ph idx="1" hasCustomPrompt="1"/>
          </p:nvPr>
        </p:nvSpPr>
        <p:spPr>
          <a:xfrm>
            <a:off x="481264" y="1645920"/>
            <a:ext cx="11229472" cy="4434369"/>
          </a:xfrm>
          <a:prstGeom prst="rect">
            <a:avLst/>
          </a:prstGeom>
        </p:spPr>
        <p:txBody>
          <a:bodyPr vert="horz" lIns="91440" tIns="45720" rIns="91440" bIns="45720" numCol="2" spcCol="457200" rtlCol="0">
            <a:normAutofit/>
          </a:bodyPr>
          <a:lstStyle>
            <a:lvl1pPr marL="0" indent="0">
              <a:lnSpc>
                <a:spcPct val="150000"/>
              </a:lnSpc>
              <a:buNone/>
              <a:defRPr sz="3200">
                <a:solidFill>
                  <a:schemeClr val="tx2"/>
                </a:solidFill>
              </a:defRPr>
            </a:lvl1pPr>
          </a:lstStyle>
          <a:p>
            <a:pPr lvl="0"/>
            <a:r>
              <a:rPr lang="en-US"/>
              <a:t>2 column text</a:t>
            </a:r>
          </a:p>
        </p:txBody>
      </p:sp>
      <p:sp>
        <p:nvSpPr>
          <p:cNvPr id="12" name="Slide Number Placeholder 4">
            <a:extLst>
              <a:ext uri="{FF2B5EF4-FFF2-40B4-BE49-F238E27FC236}">
                <a16:creationId xmlns:a16="http://schemas.microsoft.com/office/drawing/2014/main" id="{E61A2BC1-E97D-6644-A8CD-407E5363E01B}"/>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54725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 2 column - blu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DE5615-DB3B-3449-8C86-0FD109E521F9}"/>
              </a:ext>
            </a:extLst>
          </p:cNvPr>
          <p:cNvSpPr/>
          <p:nvPr userDrawn="1"/>
        </p:nvSpPr>
        <p:spPr>
          <a:xfrm>
            <a:off x="-1" y="0"/>
            <a:ext cx="12192000" cy="6858000"/>
          </a:xfrm>
          <a:prstGeom prst="rect">
            <a:avLst/>
          </a:prstGeom>
          <a:solidFill>
            <a:srgbClr val="99C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4D892FE0-11A7-F54C-8CAD-9E6B455396C4}"/>
              </a:ext>
            </a:extLst>
          </p:cNvPr>
          <p:cNvGrpSpPr/>
          <p:nvPr userDrawn="1"/>
        </p:nvGrpSpPr>
        <p:grpSpPr>
          <a:xfrm>
            <a:off x="487680" y="6366734"/>
            <a:ext cx="11235072" cy="491266"/>
            <a:chOff x="487680" y="6366734"/>
            <a:chExt cx="11235072" cy="491266"/>
          </a:xfrm>
        </p:grpSpPr>
        <p:cxnSp>
          <p:nvCxnSpPr>
            <p:cNvPr id="8" name="Straight Connector 7">
              <a:extLst>
                <a:ext uri="{FF2B5EF4-FFF2-40B4-BE49-F238E27FC236}">
                  <a16:creationId xmlns:a16="http://schemas.microsoft.com/office/drawing/2014/main" id="{8E7607DF-AA33-A54A-9FBE-DCFB555FD821}"/>
                </a:ext>
              </a:extLst>
            </p:cNvPr>
            <p:cNvCxnSpPr>
              <a:cxnSpLocks/>
            </p:cNvCxnSpPr>
            <p:nvPr/>
          </p:nvCxnSpPr>
          <p:spPr>
            <a:xfrm>
              <a:off x="1206644" y="6367114"/>
              <a:ext cx="105161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33AE117-591D-6547-8381-AE989DF44568}"/>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4" name="Picture 13" descr="A picture containing logo&#10;&#10;Description automatically generated">
              <a:extLst>
                <a:ext uri="{FF2B5EF4-FFF2-40B4-BE49-F238E27FC236}">
                  <a16:creationId xmlns:a16="http://schemas.microsoft.com/office/drawing/2014/main" id="{48B4304E-B9CB-6C42-9E96-9281B52E2293}"/>
                </a:ext>
              </a:extLst>
            </p:cNvPr>
            <p:cNvPicPr>
              <a:picLocks noChangeAspect="1"/>
            </p:cNvPicPr>
            <p:nvPr/>
          </p:nvPicPr>
          <p:blipFill>
            <a:blip r:embed="rId2"/>
            <a:stretch>
              <a:fillRect/>
            </a:stretch>
          </p:blipFill>
          <p:spPr>
            <a:xfrm>
              <a:off x="487680" y="6366734"/>
              <a:ext cx="491266" cy="491266"/>
            </a:xfrm>
            <a:prstGeom prst="rect">
              <a:avLst/>
            </a:prstGeom>
          </p:spPr>
        </p:pic>
      </p:grpSp>
      <p:cxnSp>
        <p:nvCxnSpPr>
          <p:cNvPr id="19" name="Straight Connector 18"/>
          <p:cNvCxnSpPr>
            <a:cxnSpLocks/>
          </p:cNvCxnSpPr>
          <p:nvPr userDrawn="1"/>
        </p:nvCxnSpPr>
        <p:spPr>
          <a:xfrm>
            <a:off x="6095999" y="1521081"/>
            <a:ext cx="0" cy="4685211"/>
          </a:xfrm>
          <a:prstGeom prst="line">
            <a:avLst/>
          </a:prstGeom>
          <a:ln w="12700">
            <a:solidFill>
              <a:srgbClr val="333333"/>
            </a:solidFill>
          </a:ln>
        </p:spPr>
        <p:style>
          <a:lnRef idx="1">
            <a:schemeClr val="dk1"/>
          </a:lnRef>
          <a:fillRef idx="0">
            <a:schemeClr val="dk1"/>
          </a:fillRef>
          <a:effectRef idx="0">
            <a:schemeClr val="dk1"/>
          </a:effectRef>
          <a:fontRef idx="minor">
            <a:schemeClr val="tx1"/>
          </a:fontRef>
        </p:style>
      </p:cxnSp>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2" y="1521080"/>
            <a:ext cx="5276204" cy="4685212"/>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13" name="Text Placeholder 3">
            <a:extLst>
              <a:ext uri="{FF2B5EF4-FFF2-40B4-BE49-F238E27FC236}">
                <a16:creationId xmlns:a16="http://schemas.microsoft.com/office/drawing/2014/main" id="{84E7069E-FB07-974E-96DA-C4272F56FA0D}"/>
              </a:ext>
            </a:extLst>
          </p:cNvPr>
          <p:cNvSpPr>
            <a:spLocks noGrp="1"/>
          </p:cNvSpPr>
          <p:nvPr>
            <p:ph idx="10"/>
          </p:nvPr>
        </p:nvSpPr>
        <p:spPr>
          <a:xfrm>
            <a:off x="6434528" y="1521080"/>
            <a:ext cx="5276206" cy="4685212"/>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11" name="Title 1">
            <a:extLst>
              <a:ext uri="{FF2B5EF4-FFF2-40B4-BE49-F238E27FC236}">
                <a16:creationId xmlns:a16="http://schemas.microsoft.com/office/drawing/2014/main" id="{96A203FE-051A-734D-89BA-C91D892D504B}"/>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16" name="Slide Number Placeholder 4">
            <a:extLst>
              <a:ext uri="{FF2B5EF4-FFF2-40B4-BE49-F238E27FC236}">
                <a16:creationId xmlns:a16="http://schemas.microsoft.com/office/drawing/2014/main" id="{5CB165DF-ABE2-6744-8E8B-28B247CB94C8}"/>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13768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Basic Content - 2">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308C12-B64A-0945-B068-48D013083C3E}"/>
              </a:ext>
            </a:extLst>
          </p:cNvPr>
          <p:cNvSpPr/>
          <p:nvPr userDrawn="1"/>
        </p:nvSpPr>
        <p:spPr>
          <a:xfrm>
            <a:off x="0" y="0"/>
            <a:ext cx="12192000" cy="6858000"/>
          </a:xfrm>
          <a:prstGeom prst="rect">
            <a:avLst/>
          </a:prstGeom>
          <a:solidFill>
            <a:srgbClr val="99C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34C2913E-58B6-514E-87E3-20E5813E87D5}"/>
              </a:ext>
            </a:extLst>
          </p:cNvPr>
          <p:cNvGrpSpPr/>
          <p:nvPr userDrawn="1"/>
        </p:nvGrpSpPr>
        <p:grpSpPr>
          <a:xfrm>
            <a:off x="487680" y="6366734"/>
            <a:ext cx="11235072" cy="491266"/>
            <a:chOff x="487680" y="6366734"/>
            <a:chExt cx="11235072" cy="491266"/>
          </a:xfrm>
        </p:grpSpPr>
        <p:cxnSp>
          <p:nvCxnSpPr>
            <p:cNvPr id="9" name="Straight Connector 8">
              <a:extLst>
                <a:ext uri="{FF2B5EF4-FFF2-40B4-BE49-F238E27FC236}">
                  <a16:creationId xmlns:a16="http://schemas.microsoft.com/office/drawing/2014/main" id="{0AC20439-1AAD-5740-B4F9-F1A236CA1E00}"/>
                </a:ext>
              </a:extLst>
            </p:cNvPr>
            <p:cNvCxnSpPr>
              <a:cxnSpLocks/>
            </p:cNvCxnSpPr>
            <p:nvPr/>
          </p:nvCxnSpPr>
          <p:spPr>
            <a:xfrm>
              <a:off x="1206644" y="6367114"/>
              <a:ext cx="105161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6A15A4D-F522-914B-919D-98BA6A8215E3}"/>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3" name="Picture 12" descr="A picture containing logo&#10;&#10;Description automatically generated">
              <a:extLst>
                <a:ext uri="{FF2B5EF4-FFF2-40B4-BE49-F238E27FC236}">
                  <a16:creationId xmlns:a16="http://schemas.microsoft.com/office/drawing/2014/main" id="{369DFD82-8579-8C43-BDCE-4B49563D8650}"/>
                </a:ext>
              </a:extLst>
            </p:cNvPr>
            <p:cNvPicPr>
              <a:picLocks noChangeAspect="1"/>
            </p:cNvPicPr>
            <p:nvPr/>
          </p:nvPicPr>
          <p:blipFill>
            <a:blip r:embed="rId2"/>
            <a:stretch>
              <a:fillRect/>
            </a:stretch>
          </p:blipFill>
          <p:spPr>
            <a:xfrm>
              <a:off x="487680" y="6366734"/>
              <a:ext cx="491266" cy="491266"/>
            </a:xfrm>
            <a:prstGeom prst="rect">
              <a:avLst/>
            </a:prstGeom>
          </p:spPr>
        </p:pic>
      </p:grpSp>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2" y="1526380"/>
            <a:ext cx="5276204" cy="4679911"/>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6" name="Picture Placeholder 2">
            <a:extLst>
              <a:ext uri="{FF2B5EF4-FFF2-40B4-BE49-F238E27FC236}">
                <a16:creationId xmlns:a16="http://schemas.microsoft.com/office/drawing/2014/main" id="{CAE5804F-B026-D646-81F8-0B82C5584597}"/>
              </a:ext>
            </a:extLst>
          </p:cNvPr>
          <p:cNvSpPr>
            <a:spLocks noGrp="1"/>
          </p:cNvSpPr>
          <p:nvPr>
            <p:ph type="pic" sz="quarter" idx="11"/>
          </p:nvPr>
        </p:nvSpPr>
        <p:spPr>
          <a:xfrm>
            <a:off x="6434536" y="1526380"/>
            <a:ext cx="5276200" cy="4679912"/>
          </a:xfrm>
          <a:prstGeom prst="rect">
            <a:avLst/>
          </a:prstGeom>
        </p:spPr>
        <p:txBody>
          <a:bodyPr>
            <a:normAutofit/>
          </a:bodyPr>
          <a:lstStyle>
            <a:lvl1pPr marL="0" indent="0">
              <a:buNone/>
              <a:defRPr sz="2400">
                <a:solidFill>
                  <a:schemeClr val="tx2"/>
                </a:solidFill>
              </a:defRPr>
            </a:lvl1pPr>
          </a:lstStyle>
          <a:p>
            <a:r>
              <a:rPr lang="en-US"/>
              <a:t>Click icon to add picture</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15" name="Slide Number Placeholder 4">
            <a:extLst>
              <a:ext uri="{FF2B5EF4-FFF2-40B4-BE49-F238E27FC236}">
                <a16:creationId xmlns:a16="http://schemas.microsoft.com/office/drawing/2014/main" id="{EED814E2-12E3-464B-9459-6C0E5EFFD885}"/>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760388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 large picture - text - blu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308C12-B64A-0945-B068-48D013083C3E}"/>
              </a:ext>
            </a:extLst>
          </p:cNvPr>
          <p:cNvSpPr/>
          <p:nvPr userDrawn="1"/>
        </p:nvSpPr>
        <p:spPr>
          <a:xfrm>
            <a:off x="0" y="0"/>
            <a:ext cx="12192000" cy="6858000"/>
          </a:xfrm>
          <a:prstGeom prst="rect">
            <a:avLst/>
          </a:prstGeom>
          <a:solidFill>
            <a:srgbClr val="99C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34C2913E-58B6-514E-87E3-20E5813E87D5}"/>
              </a:ext>
            </a:extLst>
          </p:cNvPr>
          <p:cNvGrpSpPr/>
          <p:nvPr userDrawn="1"/>
        </p:nvGrpSpPr>
        <p:grpSpPr>
          <a:xfrm>
            <a:off x="487680" y="6366734"/>
            <a:ext cx="11235072" cy="491266"/>
            <a:chOff x="487680" y="6366734"/>
            <a:chExt cx="11235072" cy="491266"/>
          </a:xfrm>
        </p:grpSpPr>
        <p:cxnSp>
          <p:nvCxnSpPr>
            <p:cNvPr id="9" name="Straight Connector 8">
              <a:extLst>
                <a:ext uri="{FF2B5EF4-FFF2-40B4-BE49-F238E27FC236}">
                  <a16:creationId xmlns:a16="http://schemas.microsoft.com/office/drawing/2014/main" id="{0AC20439-1AAD-5740-B4F9-F1A236CA1E00}"/>
                </a:ext>
              </a:extLst>
            </p:cNvPr>
            <p:cNvCxnSpPr>
              <a:cxnSpLocks/>
            </p:cNvCxnSpPr>
            <p:nvPr/>
          </p:nvCxnSpPr>
          <p:spPr>
            <a:xfrm>
              <a:off x="1206644" y="6367114"/>
              <a:ext cx="105161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6A15A4D-F522-914B-919D-98BA6A8215E3}"/>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3" name="Picture 12" descr="A picture containing logo&#10;&#10;Description automatically generated">
              <a:extLst>
                <a:ext uri="{FF2B5EF4-FFF2-40B4-BE49-F238E27FC236}">
                  <a16:creationId xmlns:a16="http://schemas.microsoft.com/office/drawing/2014/main" id="{369DFD82-8579-8C43-BDCE-4B49563D8650}"/>
                </a:ext>
              </a:extLst>
            </p:cNvPr>
            <p:cNvPicPr>
              <a:picLocks noChangeAspect="1"/>
            </p:cNvPicPr>
            <p:nvPr/>
          </p:nvPicPr>
          <p:blipFill>
            <a:blip r:embed="rId2"/>
            <a:stretch>
              <a:fillRect/>
            </a:stretch>
          </p:blipFill>
          <p:spPr>
            <a:xfrm>
              <a:off x="487680" y="6366734"/>
              <a:ext cx="491266" cy="491266"/>
            </a:xfrm>
            <a:prstGeom prst="rect">
              <a:avLst/>
            </a:prstGeom>
          </p:spPr>
        </p:pic>
      </p:gr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15" name="Text Placeholder 3">
            <a:extLst>
              <a:ext uri="{FF2B5EF4-FFF2-40B4-BE49-F238E27FC236}">
                <a16:creationId xmlns:a16="http://schemas.microsoft.com/office/drawing/2014/main" id="{1C1B4BF6-6822-E445-A635-443FACF95C98}"/>
              </a:ext>
            </a:extLst>
          </p:cNvPr>
          <p:cNvSpPr>
            <a:spLocks noGrp="1"/>
          </p:cNvSpPr>
          <p:nvPr>
            <p:ph idx="1"/>
          </p:nvPr>
        </p:nvSpPr>
        <p:spPr>
          <a:xfrm>
            <a:off x="8311243" y="1526380"/>
            <a:ext cx="3399493" cy="4679912"/>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16" name="Picture Placeholder 2">
            <a:extLst>
              <a:ext uri="{FF2B5EF4-FFF2-40B4-BE49-F238E27FC236}">
                <a16:creationId xmlns:a16="http://schemas.microsoft.com/office/drawing/2014/main" id="{1856DCE1-194D-7C4E-8AE0-F41C08765E55}"/>
              </a:ext>
            </a:extLst>
          </p:cNvPr>
          <p:cNvSpPr>
            <a:spLocks noGrp="1"/>
          </p:cNvSpPr>
          <p:nvPr>
            <p:ph type="pic" sz="quarter" idx="11"/>
          </p:nvPr>
        </p:nvSpPr>
        <p:spPr>
          <a:xfrm>
            <a:off x="481263" y="1526380"/>
            <a:ext cx="7585051" cy="4679911"/>
          </a:xfrm>
          <a:prstGeom prst="rect">
            <a:avLst/>
          </a:prstGeom>
        </p:spPr>
        <p:txBody>
          <a:bodyPr>
            <a:normAutofit/>
          </a:bodyPr>
          <a:lstStyle>
            <a:lvl1pPr marL="0" indent="0">
              <a:buNone/>
              <a:defRPr sz="2400">
                <a:solidFill>
                  <a:schemeClr val="tx2"/>
                </a:solidFill>
              </a:defRPr>
            </a:lvl1pPr>
          </a:lstStyle>
          <a:p>
            <a:r>
              <a:rPr lang="en-US"/>
              <a:t>Click icon to add picture</a:t>
            </a:r>
          </a:p>
        </p:txBody>
      </p:sp>
      <p:sp>
        <p:nvSpPr>
          <p:cNvPr id="17" name="Slide Number Placeholder 4">
            <a:extLst>
              <a:ext uri="{FF2B5EF4-FFF2-40B4-BE49-F238E27FC236}">
                <a16:creationId xmlns:a16="http://schemas.microsoft.com/office/drawing/2014/main" id="{2AB77658-BEAF-014A-92FA-AB7C6FCFED4D}"/>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05568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1 icon - black">
    <p:bg>
      <p:bgPr>
        <a:solidFill>
          <a:schemeClr val="bg1"/>
        </a:solidFill>
        <a:effectLst/>
      </p:bgPr>
    </p:bg>
    <p:spTree>
      <p:nvGrpSpPr>
        <p:cNvPr id="1" name=""/>
        <p:cNvGrpSpPr/>
        <p:nvPr/>
      </p:nvGrpSpPr>
      <p:grpSpPr>
        <a:xfrm>
          <a:off x="0" y="0"/>
          <a:ext cx="0" cy="0"/>
          <a:chOff x="0" y="0"/>
          <a:chExt cx="0" cy="0"/>
        </a:xfrm>
      </p:grpSpPr>
      <p:sp>
        <p:nvSpPr>
          <p:cNvPr id="15" name="Oval 14"/>
          <p:cNvSpPr/>
          <p:nvPr userDrawn="1"/>
        </p:nvSpPr>
        <p:spPr>
          <a:xfrm>
            <a:off x="5287257" y="1808103"/>
            <a:ext cx="1618089" cy="1618089"/>
          </a:xfrm>
          <a:prstGeom prst="ellipse">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6" name="Text Placeholder 5"/>
          <p:cNvSpPr>
            <a:spLocks noGrp="1"/>
          </p:cNvSpPr>
          <p:nvPr>
            <p:ph type="body" sz="quarter" idx="17" hasCustomPrompt="1"/>
          </p:nvPr>
        </p:nvSpPr>
        <p:spPr>
          <a:xfrm>
            <a:off x="4455218" y="3550424"/>
            <a:ext cx="3281564" cy="609600"/>
          </a:xfrm>
          <a:prstGeom prst="rect">
            <a:avLst/>
          </a:prstGeom>
        </p:spPr>
        <p:txBody>
          <a:bodyPr anchor="ctr">
            <a:normAutofit/>
          </a:bodyPr>
          <a:lstStyle>
            <a:lvl1pPr marL="0" indent="0" algn="ctr">
              <a:buNone/>
              <a:defRPr sz="2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7" name="Text Placeholder 5"/>
          <p:cNvSpPr>
            <a:spLocks noGrp="1"/>
          </p:cNvSpPr>
          <p:nvPr>
            <p:ph type="body" sz="quarter" idx="18" hasCustomPrompt="1"/>
          </p:nvPr>
        </p:nvSpPr>
        <p:spPr>
          <a:xfrm>
            <a:off x="4455218" y="4284256"/>
            <a:ext cx="3281564" cy="1727807"/>
          </a:xfrm>
          <a:prstGeom prst="rect">
            <a:avLst/>
          </a:prstGeom>
        </p:spPr>
        <p:txBody>
          <a:bodyPr anchor="t">
            <a:normAutofit/>
          </a:bodyPr>
          <a:lstStyle>
            <a:lvl1pPr marL="0" indent="0" algn="ctr">
              <a:lnSpc>
                <a:spcPct val="100000"/>
              </a:lnSpc>
              <a:buNone/>
              <a:defRPr sz="1600" b="0" i="0" baseline="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18" name="Picture Placeholder 9"/>
          <p:cNvSpPr>
            <a:spLocks noGrp="1"/>
          </p:cNvSpPr>
          <p:nvPr>
            <p:ph type="pic" sz="quarter" idx="19" hasCustomPrompt="1"/>
          </p:nvPr>
        </p:nvSpPr>
        <p:spPr>
          <a:xfrm>
            <a:off x="5286653" y="1808103"/>
            <a:ext cx="1618693" cy="1620897"/>
          </a:xfrm>
          <a:prstGeom prst="rect">
            <a:avLst/>
          </a:prstGeom>
        </p:spPr>
        <p:txBody>
          <a:bodyPr anchor="ctr">
            <a:normAutofit/>
          </a:bodyPr>
          <a:lstStyle>
            <a:lvl1pPr marL="0" indent="0" algn="ctr">
              <a:buNone/>
              <a:defRPr sz="2000"/>
            </a:lvl1pPr>
          </a:lstStyle>
          <a:p>
            <a:r>
              <a:rPr lang="en-US"/>
              <a:t>Insert Icon</a:t>
            </a:r>
          </a:p>
        </p:txBody>
      </p:sp>
      <p:sp>
        <p:nvSpPr>
          <p:cNvPr id="9" name="Title 1">
            <a:extLst>
              <a:ext uri="{FF2B5EF4-FFF2-40B4-BE49-F238E27FC236}">
                <a16:creationId xmlns:a16="http://schemas.microsoft.com/office/drawing/2014/main" id="{DEB652CC-AB0C-3B42-A2D4-F61CB739BACE}"/>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7" name="Slide Number Placeholder 4">
            <a:extLst>
              <a:ext uri="{FF2B5EF4-FFF2-40B4-BE49-F238E27FC236}">
                <a16:creationId xmlns:a16="http://schemas.microsoft.com/office/drawing/2014/main" id="{3134DFA7-B472-6047-889E-8A3FEE3A8DC1}"/>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13389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2 icons - black">
    <p:bg>
      <p:bgPr>
        <a:solidFill>
          <a:schemeClr val="bg1"/>
        </a:solidFill>
        <a:effectLst/>
      </p:bgPr>
    </p:bg>
    <p:spTree>
      <p:nvGrpSpPr>
        <p:cNvPr id="1" name=""/>
        <p:cNvGrpSpPr/>
        <p:nvPr/>
      </p:nvGrpSpPr>
      <p:grpSpPr>
        <a:xfrm>
          <a:off x="0" y="0"/>
          <a:ext cx="0" cy="0"/>
          <a:chOff x="0" y="0"/>
          <a:chExt cx="0" cy="0"/>
        </a:xfrm>
      </p:grpSpPr>
      <p:sp>
        <p:nvSpPr>
          <p:cNvPr id="15" name="Oval 14"/>
          <p:cNvSpPr/>
          <p:nvPr userDrawn="1"/>
        </p:nvSpPr>
        <p:spPr>
          <a:xfrm>
            <a:off x="3295172" y="1808103"/>
            <a:ext cx="1618089" cy="1618089"/>
          </a:xfrm>
          <a:prstGeom prst="ellipse">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6" name="Text Placeholder 5"/>
          <p:cNvSpPr>
            <a:spLocks noGrp="1"/>
          </p:cNvSpPr>
          <p:nvPr>
            <p:ph type="body" sz="quarter" idx="17" hasCustomPrompt="1"/>
          </p:nvPr>
        </p:nvSpPr>
        <p:spPr>
          <a:xfrm>
            <a:off x="2463133" y="3550424"/>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7" name="Text Placeholder 5"/>
          <p:cNvSpPr>
            <a:spLocks noGrp="1"/>
          </p:cNvSpPr>
          <p:nvPr>
            <p:ph type="body" sz="quarter" idx="18" hasCustomPrompt="1"/>
          </p:nvPr>
        </p:nvSpPr>
        <p:spPr>
          <a:xfrm>
            <a:off x="2463133" y="4284256"/>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18" name="Picture Placeholder 9"/>
          <p:cNvSpPr>
            <a:spLocks noGrp="1"/>
          </p:cNvSpPr>
          <p:nvPr>
            <p:ph type="pic" sz="quarter" idx="19" hasCustomPrompt="1"/>
          </p:nvPr>
        </p:nvSpPr>
        <p:spPr>
          <a:xfrm>
            <a:off x="3294568" y="1810911"/>
            <a:ext cx="1618693" cy="1618089"/>
          </a:xfrm>
          <a:prstGeom prst="rect">
            <a:avLst/>
          </a:prstGeom>
        </p:spPr>
        <p:txBody>
          <a:bodyPr anchor="ctr">
            <a:normAutofit/>
          </a:bodyPr>
          <a:lstStyle>
            <a:lvl1pPr marL="0" indent="0" algn="ctr">
              <a:buNone/>
              <a:defRPr sz="2000"/>
            </a:lvl1pPr>
          </a:lstStyle>
          <a:p>
            <a:r>
              <a:rPr lang="en-US"/>
              <a:t>Insert Icon</a:t>
            </a:r>
          </a:p>
        </p:txBody>
      </p:sp>
      <p:sp>
        <p:nvSpPr>
          <p:cNvPr id="9" name="Title 1">
            <a:extLst>
              <a:ext uri="{FF2B5EF4-FFF2-40B4-BE49-F238E27FC236}">
                <a16:creationId xmlns:a16="http://schemas.microsoft.com/office/drawing/2014/main" id="{DEB652CC-AB0C-3B42-A2D4-F61CB739BACE}"/>
              </a:ext>
            </a:extLst>
          </p:cNvPr>
          <p:cNvSpPr>
            <a:spLocks noGrp="1"/>
          </p:cNvSpPr>
          <p:nvPr>
            <p:ph type="title" hasCustomPrompt="1"/>
          </p:nvPr>
        </p:nvSpPr>
        <p:spPr>
          <a:xfrm>
            <a:off x="481263" y="100409"/>
            <a:ext cx="11229473" cy="1325563"/>
          </a:xfrm>
        </p:spPr>
        <p:txBody>
          <a:bodyPr/>
          <a:lstStyle>
            <a:lvl1pPr>
              <a:defRPr/>
            </a:lvl1pPr>
          </a:lstStyle>
          <a:p>
            <a:r>
              <a:rPr lang="en-US"/>
              <a:t>Slide title</a:t>
            </a:r>
          </a:p>
        </p:txBody>
      </p:sp>
      <p:sp>
        <p:nvSpPr>
          <p:cNvPr id="11" name="Oval 10">
            <a:extLst>
              <a:ext uri="{FF2B5EF4-FFF2-40B4-BE49-F238E27FC236}">
                <a16:creationId xmlns:a16="http://schemas.microsoft.com/office/drawing/2014/main" id="{7FF76F03-F632-204D-9573-97234384E721}"/>
              </a:ext>
            </a:extLst>
          </p:cNvPr>
          <p:cNvSpPr/>
          <p:nvPr userDrawn="1"/>
        </p:nvSpPr>
        <p:spPr>
          <a:xfrm>
            <a:off x="7269126" y="1804464"/>
            <a:ext cx="1618089" cy="1618089"/>
          </a:xfrm>
          <a:prstGeom prst="ellipse">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2" name="Text Placeholder 5">
            <a:extLst>
              <a:ext uri="{FF2B5EF4-FFF2-40B4-BE49-F238E27FC236}">
                <a16:creationId xmlns:a16="http://schemas.microsoft.com/office/drawing/2014/main" id="{986A2FBF-F5DE-C540-B6EE-CB76613D9036}"/>
              </a:ext>
            </a:extLst>
          </p:cNvPr>
          <p:cNvSpPr>
            <a:spLocks noGrp="1"/>
          </p:cNvSpPr>
          <p:nvPr>
            <p:ph type="body" sz="quarter" idx="20" hasCustomPrompt="1"/>
          </p:nvPr>
        </p:nvSpPr>
        <p:spPr>
          <a:xfrm>
            <a:off x="6437087" y="3546785"/>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3" name="Text Placeholder 5">
            <a:extLst>
              <a:ext uri="{FF2B5EF4-FFF2-40B4-BE49-F238E27FC236}">
                <a16:creationId xmlns:a16="http://schemas.microsoft.com/office/drawing/2014/main" id="{66C60298-D059-9D42-8DB1-F53D762DEE73}"/>
              </a:ext>
            </a:extLst>
          </p:cNvPr>
          <p:cNvSpPr>
            <a:spLocks noGrp="1"/>
          </p:cNvSpPr>
          <p:nvPr>
            <p:ph type="body" sz="quarter" idx="21" hasCustomPrompt="1"/>
          </p:nvPr>
        </p:nvSpPr>
        <p:spPr>
          <a:xfrm>
            <a:off x="6437087" y="4280617"/>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14" name="Picture Placeholder 9">
            <a:extLst>
              <a:ext uri="{FF2B5EF4-FFF2-40B4-BE49-F238E27FC236}">
                <a16:creationId xmlns:a16="http://schemas.microsoft.com/office/drawing/2014/main" id="{293B0242-6A78-0C40-923E-F8F4D5B6EF05}"/>
              </a:ext>
            </a:extLst>
          </p:cNvPr>
          <p:cNvSpPr>
            <a:spLocks noGrp="1"/>
          </p:cNvSpPr>
          <p:nvPr>
            <p:ph type="pic" sz="quarter" idx="22" hasCustomPrompt="1"/>
          </p:nvPr>
        </p:nvSpPr>
        <p:spPr>
          <a:xfrm>
            <a:off x="7268522" y="1807272"/>
            <a:ext cx="1618693" cy="1618089"/>
          </a:xfrm>
          <a:prstGeom prst="rect">
            <a:avLst/>
          </a:prstGeom>
        </p:spPr>
        <p:txBody>
          <a:bodyPr anchor="ctr">
            <a:normAutofit/>
          </a:bodyPr>
          <a:lstStyle>
            <a:lvl1pPr marL="0" indent="0" algn="ctr">
              <a:buNone/>
              <a:defRPr sz="2000"/>
            </a:lvl1pPr>
          </a:lstStyle>
          <a:p>
            <a:r>
              <a:rPr lang="en-US"/>
              <a:t>Insert Icon</a:t>
            </a:r>
          </a:p>
        </p:txBody>
      </p:sp>
      <p:sp>
        <p:nvSpPr>
          <p:cNvPr id="19" name="Slide Number Placeholder 4">
            <a:extLst>
              <a:ext uri="{FF2B5EF4-FFF2-40B4-BE49-F238E27FC236}">
                <a16:creationId xmlns:a16="http://schemas.microsoft.com/office/drawing/2014/main" id="{F88BAE8B-4AAD-2F48-B9C3-9F3957F205D6}"/>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35626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icons - black">
    <p:bg>
      <p:bgPr>
        <a:solidFill>
          <a:schemeClr val="bg1"/>
        </a:solidFill>
        <a:effectLst/>
      </p:bgPr>
    </p:bg>
    <p:spTree>
      <p:nvGrpSpPr>
        <p:cNvPr id="1" name=""/>
        <p:cNvGrpSpPr/>
        <p:nvPr/>
      </p:nvGrpSpPr>
      <p:grpSpPr>
        <a:xfrm>
          <a:off x="0" y="0"/>
          <a:ext cx="0" cy="0"/>
          <a:chOff x="0" y="0"/>
          <a:chExt cx="0" cy="0"/>
        </a:xfrm>
      </p:grpSpPr>
      <p:sp>
        <p:nvSpPr>
          <p:cNvPr id="15" name="Oval 14"/>
          <p:cNvSpPr/>
          <p:nvPr userDrawn="1"/>
        </p:nvSpPr>
        <p:spPr>
          <a:xfrm>
            <a:off x="5287257" y="1808103"/>
            <a:ext cx="1618089" cy="1618089"/>
          </a:xfrm>
          <a:prstGeom prst="ellipse">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6" name="Text Placeholder 5"/>
          <p:cNvSpPr>
            <a:spLocks noGrp="1"/>
          </p:cNvSpPr>
          <p:nvPr>
            <p:ph type="body" sz="quarter" idx="17" hasCustomPrompt="1"/>
          </p:nvPr>
        </p:nvSpPr>
        <p:spPr>
          <a:xfrm>
            <a:off x="4455218" y="3550424"/>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7" name="Text Placeholder 5"/>
          <p:cNvSpPr>
            <a:spLocks noGrp="1"/>
          </p:cNvSpPr>
          <p:nvPr>
            <p:ph type="body" sz="quarter" idx="18" hasCustomPrompt="1"/>
          </p:nvPr>
        </p:nvSpPr>
        <p:spPr>
          <a:xfrm>
            <a:off x="4455218" y="4284256"/>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18" name="Picture Placeholder 9"/>
          <p:cNvSpPr>
            <a:spLocks noGrp="1"/>
          </p:cNvSpPr>
          <p:nvPr>
            <p:ph type="pic" sz="quarter" idx="19" hasCustomPrompt="1"/>
          </p:nvPr>
        </p:nvSpPr>
        <p:spPr>
          <a:xfrm>
            <a:off x="5286653" y="1810912"/>
            <a:ext cx="1618693" cy="1618088"/>
          </a:xfrm>
          <a:prstGeom prst="rect">
            <a:avLst/>
          </a:prstGeom>
        </p:spPr>
        <p:txBody>
          <a:bodyPr anchor="ctr">
            <a:normAutofit/>
          </a:bodyPr>
          <a:lstStyle>
            <a:lvl1pPr marL="0" indent="0" algn="ctr">
              <a:buNone/>
              <a:defRPr sz="2000"/>
            </a:lvl1pPr>
          </a:lstStyle>
          <a:p>
            <a:r>
              <a:rPr lang="en-US"/>
              <a:t>Insert Icon</a:t>
            </a:r>
          </a:p>
        </p:txBody>
      </p:sp>
      <p:sp>
        <p:nvSpPr>
          <p:cNvPr id="9" name="Title 1">
            <a:extLst>
              <a:ext uri="{FF2B5EF4-FFF2-40B4-BE49-F238E27FC236}">
                <a16:creationId xmlns:a16="http://schemas.microsoft.com/office/drawing/2014/main" id="{DEB652CC-AB0C-3B42-A2D4-F61CB739BACE}"/>
              </a:ext>
            </a:extLst>
          </p:cNvPr>
          <p:cNvSpPr>
            <a:spLocks noGrp="1"/>
          </p:cNvSpPr>
          <p:nvPr>
            <p:ph type="title" hasCustomPrompt="1"/>
          </p:nvPr>
        </p:nvSpPr>
        <p:spPr>
          <a:xfrm>
            <a:off x="481263" y="100409"/>
            <a:ext cx="11229473" cy="1325563"/>
          </a:xfrm>
        </p:spPr>
        <p:txBody>
          <a:bodyPr/>
          <a:lstStyle>
            <a:lvl1pPr>
              <a:defRPr/>
            </a:lvl1pPr>
          </a:lstStyle>
          <a:p>
            <a:r>
              <a:rPr lang="en-US"/>
              <a:t>Slide title</a:t>
            </a:r>
          </a:p>
        </p:txBody>
      </p:sp>
      <p:sp>
        <p:nvSpPr>
          <p:cNvPr id="11" name="Oval 10">
            <a:extLst>
              <a:ext uri="{FF2B5EF4-FFF2-40B4-BE49-F238E27FC236}">
                <a16:creationId xmlns:a16="http://schemas.microsoft.com/office/drawing/2014/main" id="{7FF76F03-F632-204D-9573-97234384E721}"/>
              </a:ext>
            </a:extLst>
          </p:cNvPr>
          <p:cNvSpPr/>
          <p:nvPr userDrawn="1"/>
        </p:nvSpPr>
        <p:spPr>
          <a:xfrm>
            <a:off x="9261211" y="1804464"/>
            <a:ext cx="1618089" cy="1618089"/>
          </a:xfrm>
          <a:prstGeom prst="ellipse">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2" name="Text Placeholder 5">
            <a:extLst>
              <a:ext uri="{FF2B5EF4-FFF2-40B4-BE49-F238E27FC236}">
                <a16:creationId xmlns:a16="http://schemas.microsoft.com/office/drawing/2014/main" id="{986A2FBF-F5DE-C540-B6EE-CB76613D9036}"/>
              </a:ext>
            </a:extLst>
          </p:cNvPr>
          <p:cNvSpPr>
            <a:spLocks noGrp="1"/>
          </p:cNvSpPr>
          <p:nvPr>
            <p:ph type="body" sz="quarter" idx="20" hasCustomPrompt="1"/>
          </p:nvPr>
        </p:nvSpPr>
        <p:spPr>
          <a:xfrm>
            <a:off x="8429172" y="3546785"/>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3" name="Text Placeholder 5">
            <a:extLst>
              <a:ext uri="{FF2B5EF4-FFF2-40B4-BE49-F238E27FC236}">
                <a16:creationId xmlns:a16="http://schemas.microsoft.com/office/drawing/2014/main" id="{66C60298-D059-9D42-8DB1-F53D762DEE73}"/>
              </a:ext>
            </a:extLst>
          </p:cNvPr>
          <p:cNvSpPr>
            <a:spLocks noGrp="1"/>
          </p:cNvSpPr>
          <p:nvPr>
            <p:ph type="body" sz="quarter" idx="21" hasCustomPrompt="1"/>
          </p:nvPr>
        </p:nvSpPr>
        <p:spPr>
          <a:xfrm>
            <a:off x="8429172" y="4280617"/>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14" name="Picture Placeholder 9">
            <a:extLst>
              <a:ext uri="{FF2B5EF4-FFF2-40B4-BE49-F238E27FC236}">
                <a16:creationId xmlns:a16="http://schemas.microsoft.com/office/drawing/2014/main" id="{293B0242-6A78-0C40-923E-F8F4D5B6EF05}"/>
              </a:ext>
            </a:extLst>
          </p:cNvPr>
          <p:cNvSpPr>
            <a:spLocks noGrp="1"/>
          </p:cNvSpPr>
          <p:nvPr>
            <p:ph type="pic" sz="quarter" idx="22" hasCustomPrompt="1"/>
          </p:nvPr>
        </p:nvSpPr>
        <p:spPr>
          <a:xfrm>
            <a:off x="9260607" y="1807273"/>
            <a:ext cx="1618693" cy="1618088"/>
          </a:xfrm>
          <a:prstGeom prst="rect">
            <a:avLst/>
          </a:prstGeom>
        </p:spPr>
        <p:txBody>
          <a:bodyPr anchor="ctr">
            <a:normAutofit/>
          </a:bodyPr>
          <a:lstStyle>
            <a:lvl1pPr marL="0" indent="0" algn="ctr">
              <a:buNone/>
              <a:defRPr sz="2000"/>
            </a:lvl1pPr>
          </a:lstStyle>
          <a:p>
            <a:r>
              <a:rPr lang="en-US"/>
              <a:t>Insert Icon</a:t>
            </a:r>
          </a:p>
        </p:txBody>
      </p:sp>
      <p:sp>
        <p:nvSpPr>
          <p:cNvPr id="19" name="Oval 18">
            <a:extLst>
              <a:ext uri="{FF2B5EF4-FFF2-40B4-BE49-F238E27FC236}">
                <a16:creationId xmlns:a16="http://schemas.microsoft.com/office/drawing/2014/main" id="{07679C85-7EDD-ED43-9373-8C74E83C86D7}"/>
              </a:ext>
            </a:extLst>
          </p:cNvPr>
          <p:cNvSpPr/>
          <p:nvPr userDrawn="1"/>
        </p:nvSpPr>
        <p:spPr>
          <a:xfrm>
            <a:off x="1313304" y="1811742"/>
            <a:ext cx="1618089" cy="1618089"/>
          </a:xfrm>
          <a:prstGeom prst="ellipse">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20" name="Text Placeholder 5">
            <a:extLst>
              <a:ext uri="{FF2B5EF4-FFF2-40B4-BE49-F238E27FC236}">
                <a16:creationId xmlns:a16="http://schemas.microsoft.com/office/drawing/2014/main" id="{35ED1390-3F0D-4D43-BBAA-2E698DD6928C}"/>
              </a:ext>
            </a:extLst>
          </p:cNvPr>
          <p:cNvSpPr>
            <a:spLocks noGrp="1"/>
          </p:cNvSpPr>
          <p:nvPr>
            <p:ph type="body" sz="quarter" idx="23" hasCustomPrompt="1"/>
          </p:nvPr>
        </p:nvSpPr>
        <p:spPr>
          <a:xfrm>
            <a:off x="481265" y="3554063"/>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22" name="Text Placeholder 5">
            <a:extLst>
              <a:ext uri="{FF2B5EF4-FFF2-40B4-BE49-F238E27FC236}">
                <a16:creationId xmlns:a16="http://schemas.microsoft.com/office/drawing/2014/main" id="{B7D99F28-9E0F-ED46-B988-212E4C977314}"/>
              </a:ext>
            </a:extLst>
          </p:cNvPr>
          <p:cNvSpPr>
            <a:spLocks noGrp="1"/>
          </p:cNvSpPr>
          <p:nvPr>
            <p:ph type="body" sz="quarter" idx="24" hasCustomPrompt="1"/>
          </p:nvPr>
        </p:nvSpPr>
        <p:spPr>
          <a:xfrm>
            <a:off x="481265" y="4287895"/>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23" name="Picture Placeholder 9">
            <a:extLst>
              <a:ext uri="{FF2B5EF4-FFF2-40B4-BE49-F238E27FC236}">
                <a16:creationId xmlns:a16="http://schemas.microsoft.com/office/drawing/2014/main" id="{F2E712CD-76B6-314E-A518-01DFC3BDD352}"/>
              </a:ext>
            </a:extLst>
          </p:cNvPr>
          <p:cNvSpPr>
            <a:spLocks noGrp="1"/>
          </p:cNvSpPr>
          <p:nvPr>
            <p:ph type="pic" sz="quarter" idx="25" hasCustomPrompt="1"/>
          </p:nvPr>
        </p:nvSpPr>
        <p:spPr>
          <a:xfrm>
            <a:off x="1312700" y="1814551"/>
            <a:ext cx="1618693" cy="1618088"/>
          </a:xfrm>
          <a:prstGeom prst="rect">
            <a:avLst/>
          </a:prstGeom>
        </p:spPr>
        <p:txBody>
          <a:bodyPr anchor="ctr">
            <a:normAutofit/>
          </a:bodyPr>
          <a:lstStyle>
            <a:lvl1pPr marL="0" indent="0" algn="ctr">
              <a:buNone/>
              <a:defRPr sz="2000"/>
            </a:lvl1pPr>
          </a:lstStyle>
          <a:p>
            <a:r>
              <a:rPr lang="en-US"/>
              <a:t>Insert Icon</a:t>
            </a:r>
          </a:p>
        </p:txBody>
      </p:sp>
      <p:sp>
        <p:nvSpPr>
          <p:cNvPr id="21" name="Slide Number Placeholder 4">
            <a:extLst>
              <a:ext uri="{FF2B5EF4-FFF2-40B4-BE49-F238E27FC236}">
                <a16:creationId xmlns:a16="http://schemas.microsoft.com/office/drawing/2014/main" id="{40FF382E-CC63-3B41-BCE8-CDFF5CCBA155}"/>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110203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ntent -1 icon - black">
    <p:bg>
      <p:bgPr>
        <a:solidFill>
          <a:schemeClr val="bg1"/>
        </a:solidFill>
        <a:effectLst/>
      </p:bgPr>
    </p:bg>
    <p:spTree>
      <p:nvGrpSpPr>
        <p:cNvPr id="1" name=""/>
        <p:cNvGrpSpPr/>
        <p:nvPr/>
      </p:nvGrpSpPr>
      <p:grpSpPr>
        <a:xfrm>
          <a:off x="0" y="0"/>
          <a:ext cx="0" cy="0"/>
          <a:chOff x="0" y="0"/>
          <a:chExt cx="0" cy="0"/>
        </a:xfrm>
      </p:grpSpPr>
      <p:sp>
        <p:nvSpPr>
          <p:cNvPr id="15" name="Oval 14"/>
          <p:cNvSpPr/>
          <p:nvPr userDrawn="1"/>
        </p:nvSpPr>
        <p:spPr>
          <a:xfrm>
            <a:off x="5287257" y="1808103"/>
            <a:ext cx="1618089" cy="16180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8" name="Picture Placeholder 9"/>
          <p:cNvSpPr>
            <a:spLocks noGrp="1"/>
          </p:cNvSpPr>
          <p:nvPr>
            <p:ph type="pic" sz="quarter" idx="19" hasCustomPrompt="1"/>
          </p:nvPr>
        </p:nvSpPr>
        <p:spPr>
          <a:xfrm>
            <a:off x="5286653" y="1808103"/>
            <a:ext cx="1618693" cy="1620897"/>
          </a:xfrm>
          <a:prstGeom prst="rect">
            <a:avLst/>
          </a:prstGeom>
        </p:spPr>
        <p:txBody>
          <a:bodyPr anchor="ctr">
            <a:normAutofit/>
          </a:bodyPr>
          <a:lstStyle>
            <a:lvl1pPr marL="0" indent="0" algn="ctr">
              <a:buNone/>
              <a:defRPr sz="2000"/>
            </a:lvl1pPr>
          </a:lstStyle>
          <a:p>
            <a:r>
              <a:rPr lang="en-US"/>
              <a:t>Insert Icon</a:t>
            </a:r>
          </a:p>
        </p:txBody>
      </p:sp>
      <p:sp>
        <p:nvSpPr>
          <p:cNvPr id="16" name="Text Placeholder 5"/>
          <p:cNvSpPr>
            <a:spLocks noGrp="1"/>
          </p:cNvSpPr>
          <p:nvPr>
            <p:ph type="body" sz="quarter" idx="17" hasCustomPrompt="1"/>
          </p:nvPr>
        </p:nvSpPr>
        <p:spPr>
          <a:xfrm>
            <a:off x="4455218" y="3550424"/>
            <a:ext cx="3281564" cy="609600"/>
          </a:xfrm>
          <a:prstGeom prst="rect">
            <a:avLst/>
          </a:prstGeom>
        </p:spPr>
        <p:txBody>
          <a:bodyPr anchor="ctr">
            <a:normAutofit/>
          </a:bodyPr>
          <a:lstStyle>
            <a:lvl1pPr marL="0" indent="0" algn="ctr">
              <a:buNone/>
              <a:defRPr sz="2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7" name="Text Placeholder 5"/>
          <p:cNvSpPr>
            <a:spLocks noGrp="1"/>
          </p:cNvSpPr>
          <p:nvPr>
            <p:ph type="body" sz="quarter" idx="18" hasCustomPrompt="1"/>
          </p:nvPr>
        </p:nvSpPr>
        <p:spPr>
          <a:xfrm>
            <a:off x="4455218" y="4284256"/>
            <a:ext cx="3281564" cy="1727807"/>
          </a:xfrm>
          <a:prstGeom prst="rect">
            <a:avLst/>
          </a:prstGeom>
        </p:spPr>
        <p:txBody>
          <a:bodyPr anchor="t">
            <a:normAutofit/>
          </a:bodyPr>
          <a:lstStyle>
            <a:lvl1pPr marL="0" indent="0" algn="ctr">
              <a:lnSpc>
                <a:spcPct val="100000"/>
              </a:lnSpc>
              <a:buNone/>
              <a:defRPr sz="1600" b="0" i="0" baseline="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9" name="Title 1">
            <a:extLst>
              <a:ext uri="{FF2B5EF4-FFF2-40B4-BE49-F238E27FC236}">
                <a16:creationId xmlns:a16="http://schemas.microsoft.com/office/drawing/2014/main" id="{DEB652CC-AB0C-3B42-A2D4-F61CB739BACE}"/>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7" name="Slide Number Placeholder 4">
            <a:extLst>
              <a:ext uri="{FF2B5EF4-FFF2-40B4-BE49-F238E27FC236}">
                <a16:creationId xmlns:a16="http://schemas.microsoft.com/office/drawing/2014/main" id="{3134DFA7-B472-6047-889E-8A3FEE3A8DC1}"/>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41771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ent -2 icons - black">
    <p:bg>
      <p:bgPr>
        <a:solidFill>
          <a:schemeClr val="bg1"/>
        </a:solidFill>
        <a:effectLst/>
      </p:bgPr>
    </p:bg>
    <p:spTree>
      <p:nvGrpSpPr>
        <p:cNvPr id="1" name=""/>
        <p:cNvGrpSpPr/>
        <p:nvPr/>
      </p:nvGrpSpPr>
      <p:grpSpPr>
        <a:xfrm>
          <a:off x="0" y="0"/>
          <a:ext cx="0" cy="0"/>
          <a:chOff x="0" y="0"/>
          <a:chExt cx="0" cy="0"/>
        </a:xfrm>
      </p:grpSpPr>
      <p:sp>
        <p:nvSpPr>
          <p:cNvPr id="15" name="Oval 14"/>
          <p:cNvSpPr/>
          <p:nvPr userDrawn="1"/>
        </p:nvSpPr>
        <p:spPr>
          <a:xfrm>
            <a:off x="3295172" y="1808103"/>
            <a:ext cx="1618089" cy="16180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1" name="Oval 10">
            <a:extLst>
              <a:ext uri="{FF2B5EF4-FFF2-40B4-BE49-F238E27FC236}">
                <a16:creationId xmlns:a16="http://schemas.microsoft.com/office/drawing/2014/main" id="{7FF76F03-F632-204D-9573-97234384E721}"/>
              </a:ext>
            </a:extLst>
          </p:cNvPr>
          <p:cNvSpPr/>
          <p:nvPr userDrawn="1"/>
        </p:nvSpPr>
        <p:spPr>
          <a:xfrm>
            <a:off x="7269126" y="1804464"/>
            <a:ext cx="1618089" cy="16180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8" name="Picture Placeholder 9"/>
          <p:cNvSpPr>
            <a:spLocks noGrp="1"/>
          </p:cNvSpPr>
          <p:nvPr>
            <p:ph type="pic" sz="quarter" idx="19" hasCustomPrompt="1"/>
          </p:nvPr>
        </p:nvSpPr>
        <p:spPr>
          <a:xfrm>
            <a:off x="3294568" y="1810911"/>
            <a:ext cx="1618693" cy="1618089"/>
          </a:xfrm>
          <a:prstGeom prst="rect">
            <a:avLst/>
          </a:prstGeom>
        </p:spPr>
        <p:txBody>
          <a:bodyPr anchor="ctr">
            <a:normAutofit/>
          </a:bodyPr>
          <a:lstStyle>
            <a:lvl1pPr marL="0" indent="0" algn="ctr">
              <a:buNone/>
              <a:defRPr sz="2000"/>
            </a:lvl1pPr>
          </a:lstStyle>
          <a:p>
            <a:r>
              <a:rPr lang="en-US"/>
              <a:t>Insert Icon</a:t>
            </a:r>
          </a:p>
        </p:txBody>
      </p:sp>
      <p:sp>
        <p:nvSpPr>
          <p:cNvPr id="14" name="Picture Placeholder 9">
            <a:extLst>
              <a:ext uri="{FF2B5EF4-FFF2-40B4-BE49-F238E27FC236}">
                <a16:creationId xmlns:a16="http://schemas.microsoft.com/office/drawing/2014/main" id="{293B0242-6A78-0C40-923E-F8F4D5B6EF05}"/>
              </a:ext>
            </a:extLst>
          </p:cNvPr>
          <p:cNvSpPr>
            <a:spLocks noGrp="1"/>
          </p:cNvSpPr>
          <p:nvPr>
            <p:ph type="pic" sz="quarter" idx="22" hasCustomPrompt="1"/>
          </p:nvPr>
        </p:nvSpPr>
        <p:spPr>
          <a:xfrm>
            <a:off x="7268522" y="1807272"/>
            <a:ext cx="1618693" cy="1618089"/>
          </a:xfrm>
          <a:prstGeom prst="rect">
            <a:avLst/>
          </a:prstGeom>
        </p:spPr>
        <p:txBody>
          <a:bodyPr anchor="ctr">
            <a:normAutofit/>
          </a:bodyPr>
          <a:lstStyle>
            <a:lvl1pPr marL="0" indent="0" algn="ctr">
              <a:buNone/>
              <a:defRPr sz="2000"/>
            </a:lvl1pPr>
          </a:lstStyle>
          <a:p>
            <a:r>
              <a:rPr lang="en-US"/>
              <a:t>Insert Icon</a:t>
            </a:r>
          </a:p>
        </p:txBody>
      </p:sp>
      <p:sp>
        <p:nvSpPr>
          <p:cNvPr id="16" name="Text Placeholder 5"/>
          <p:cNvSpPr>
            <a:spLocks noGrp="1"/>
          </p:cNvSpPr>
          <p:nvPr>
            <p:ph type="body" sz="quarter" idx="17" hasCustomPrompt="1"/>
          </p:nvPr>
        </p:nvSpPr>
        <p:spPr>
          <a:xfrm>
            <a:off x="2463133" y="3550424"/>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7" name="Text Placeholder 5"/>
          <p:cNvSpPr>
            <a:spLocks noGrp="1"/>
          </p:cNvSpPr>
          <p:nvPr>
            <p:ph type="body" sz="quarter" idx="18" hasCustomPrompt="1"/>
          </p:nvPr>
        </p:nvSpPr>
        <p:spPr>
          <a:xfrm>
            <a:off x="2463133" y="4284256"/>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9" name="Title 1">
            <a:extLst>
              <a:ext uri="{FF2B5EF4-FFF2-40B4-BE49-F238E27FC236}">
                <a16:creationId xmlns:a16="http://schemas.microsoft.com/office/drawing/2014/main" id="{DEB652CC-AB0C-3B42-A2D4-F61CB739BACE}"/>
              </a:ext>
            </a:extLst>
          </p:cNvPr>
          <p:cNvSpPr>
            <a:spLocks noGrp="1"/>
          </p:cNvSpPr>
          <p:nvPr>
            <p:ph type="title" hasCustomPrompt="1"/>
          </p:nvPr>
        </p:nvSpPr>
        <p:spPr>
          <a:xfrm>
            <a:off x="481263" y="100409"/>
            <a:ext cx="11229473" cy="1325563"/>
          </a:xfrm>
        </p:spPr>
        <p:txBody>
          <a:bodyPr/>
          <a:lstStyle>
            <a:lvl1pPr>
              <a:defRPr/>
            </a:lvl1pPr>
          </a:lstStyle>
          <a:p>
            <a:r>
              <a:rPr lang="en-US"/>
              <a:t>Slide title</a:t>
            </a:r>
          </a:p>
        </p:txBody>
      </p:sp>
      <p:sp>
        <p:nvSpPr>
          <p:cNvPr id="12" name="Text Placeholder 5">
            <a:extLst>
              <a:ext uri="{FF2B5EF4-FFF2-40B4-BE49-F238E27FC236}">
                <a16:creationId xmlns:a16="http://schemas.microsoft.com/office/drawing/2014/main" id="{986A2FBF-F5DE-C540-B6EE-CB76613D9036}"/>
              </a:ext>
            </a:extLst>
          </p:cNvPr>
          <p:cNvSpPr>
            <a:spLocks noGrp="1"/>
          </p:cNvSpPr>
          <p:nvPr>
            <p:ph type="body" sz="quarter" idx="20" hasCustomPrompt="1"/>
          </p:nvPr>
        </p:nvSpPr>
        <p:spPr>
          <a:xfrm>
            <a:off x="6437087" y="3546785"/>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3" name="Text Placeholder 5">
            <a:extLst>
              <a:ext uri="{FF2B5EF4-FFF2-40B4-BE49-F238E27FC236}">
                <a16:creationId xmlns:a16="http://schemas.microsoft.com/office/drawing/2014/main" id="{66C60298-D059-9D42-8DB1-F53D762DEE73}"/>
              </a:ext>
            </a:extLst>
          </p:cNvPr>
          <p:cNvSpPr>
            <a:spLocks noGrp="1"/>
          </p:cNvSpPr>
          <p:nvPr>
            <p:ph type="body" sz="quarter" idx="21" hasCustomPrompt="1"/>
          </p:nvPr>
        </p:nvSpPr>
        <p:spPr>
          <a:xfrm>
            <a:off x="6437087" y="4280617"/>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19" name="Slide Number Placeholder 4">
            <a:extLst>
              <a:ext uri="{FF2B5EF4-FFF2-40B4-BE49-F238E27FC236}">
                <a16:creationId xmlns:a16="http://schemas.microsoft.com/office/drawing/2014/main" id="{F88BAE8B-4AAD-2F48-B9C3-9F3957F205D6}"/>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2048604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Content -3 icons - black">
    <p:bg>
      <p:bgPr>
        <a:solidFill>
          <a:schemeClr val="bg1"/>
        </a:solidFill>
        <a:effectLst/>
      </p:bgPr>
    </p:bg>
    <p:spTree>
      <p:nvGrpSpPr>
        <p:cNvPr id="1" name=""/>
        <p:cNvGrpSpPr/>
        <p:nvPr/>
      </p:nvGrpSpPr>
      <p:grpSpPr>
        <a:xfrm>
          <a:off x="0" y="0"/>
          <a:ext cx="0" cy="0"/>
          <a:chOff x="0" y="0"/>
          <a:chExt cx="0" cy="0"/>
        </a:xfrm>
      </p:grpSpPr>
      <p:sp>
        <p:nvSpPr>
          <p:cNvPr id="15" name="Oval 14"/>
          <p:cNvSpPr/>
          <p:nvPr userDrawn="1"/>
        </p:nvSpPr>
        <p:spPr>
          <a:xfrm>
            <a:off x="5287257" y="1808103"/>
            <a:ext cx="1618089" cy="16180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1" name="Oval 10">
            <a:extLst>
              <a:ext uri="{FF2B5EF4-FFF2-40B4-BE49-F238E27FC236}">
                <a16:creationId xmlns:a16="http://schemas.microsoft.com/office/drawing/2014/main" id="{7FF76F03-F632-204D-9573-97234384E721}"/>
              </a:ext>
            </a:extLst>
          </p:cNvPr>
          <p:cNvSpPr/>
          <p:nvPr userDrawn="1"/>
        </p:nvSpPr>
        <p:spPr>
          <a:xfrm>
            <a:off x="9261211" y="1804464"/>
            <a:ext cx="1618089" cy="16180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9" name="Oval 18">
            <a:extLst>
              <a:ext uri="{FF2B5EF4-FFF2-40B4-BE49-F238E27FC236}">
                <a16:creationId xmlns:a16="http://schemas.microsoft.com/office/drawing/2014/main" id="{07679C85-7EDD-ED43-9373-8C74E83C86D7}"/>
              </a:ext>
            </a:extLst>
          </p:cNvPr>
          <p:cNvSpPr/>
          <p:nvPr userDrawn="1"/>
        </p:nvSpPr>
        <p:spPr>
          <a:xfrm>
            <a:off x="1313304" y="1811742"/>
            <a:ext cx="1618089" cy="16180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a:p>
        </p:txBody>
      </p:sp>
      <p:sp>
        <p:nvSpPr>
          <p:cNvPr id="18" name="Picture Placeholder 9"/>
          <p:cNvSpPr>
            <a:spLocks noGrp="1"/>
          </p:cNvSpPr>
          <p:nvPr>
            <p:ph type="pic" sz="quarter" idx="19" hasCustomPrompt="1"/>
          </p:nvPr>
        </p:nvSpPr>
        <p:spPr>
          <a:xfrm>
            <a:off x="5286653" y="1810912"/>
            <a:ext cx="1618693" cy="1618088"/>
          </a:xfrm>
          <a:prstGeom prst="rect">
            <a:avLst/>
          </a:prstGeom>
        </p:spPr>
        <p:txBody>
          <a:bodyPr anchor="ctr">
            <a:normAutofit/>
          </a:bodyPr>
          <a:lstStyle>
            <a:lvl1pPr marL="0" indent="0" algn="ctr">
              <a:buNone/>
              <a:defRPr sz="2000"/>
            </a:lvl1pPr>
          </a:lstStyle>
          <a:p>
            <a:r>
              <a:rPr lang="en-US"/>
              <a:t>Insert Icon</a:t>
            </a:r>
          </a:p>
        </p:txBody>
      </p:sp>
      <p:sp>
        <p:nvSpPr>
          <p:cNvPr id="14" name="Picture Placeholder 9">
            <a:extLst>
              <a:ext uri="{FF2B5EF4-FFF2-40B4-BE49-F238E27FC236}">
                <a16:creationId xmlns:a16="http://schemas.microsoft.com/office/drawing/2014/main" id="{293B0242-6A78-0C40-923E-F8F4D5B6EF05}"/>
              </a:ext>
            </a:extLst>
          </p:cNvPr>
          <p:cNvSpPr>
            <a:spLocks noGrp="1"/>
          </p:cNvSpPr>
          <p:nvPr>
            <p:ph type="pic" sz="quarter" idx="22" hasCustomPrompt="1"/>
          </p:nvPr>
        </p:nvSpPr>
        <p:spPr>
          <a:xfrm>
            <a:off x="9260607" y="1807273"/>
            <a:ext cx="1618693" cy="1618088"/>
          </a:xfrm>
          <a:prstGeom prst="rect">
            <a:avLst/>
          </a:prstGeom>
        </p:spPr>
        <p:txBody>
          <a:bodyPr anchor="ctr">
            <a:normAutofit/>
          </a:bodyPr>
          <a:lstStyle>
            <a:lvl1pPr marL="0" indent="0" algn="ctr">
              <a:buNone/>
              <a:defRPr sz="2000"/>
            </a:lvl1pPr>
          </a:lstStyle>
          <a:p>
            <a:r>
              <a:rPr lang="en-US"/>
              <a:t>Insert Icon</a:t>
            </a:r>
          </a:p>
        </p:txBody>
      </p:sp>
      <p:sp>
        <p:nvSpPr>
          <p:cNvPr id="23" name="Picture Placeholder 9">
            <a:extLst>
              <a:ext uri="{FF2B5EF4-FFF2-40B4-BE49-F238E27FC236}">
                <a16:creationId xmlns:a16="http://schemas.microsoft.com/office/drawing/2014/main" id="{F2E712CD-76B6-314E-A518-01DFC3BDD352}"/>
              </a:ext>
            </a:extLst>
          </p:cNvPr>
          <p:cNvSpPr>
            <a:spLocks noGrp="1"/>
          </p:cNvSpPr>
          <p:nvPr>
            <p:ph type="pic" sz="quarter" idx="25" hasCustomPrompt="1"/>
          </p:nvPr>
        </p:nvSpPr>
        <p:spPr>
          <a:xfrm>
            <a:off x="1312700" y="1814551"/>
            <a:ext cx="1618693" cy="1618088"/>
          </a:xfrm>
          <a:prstGeom prst="rect">
            <a:avLst/>
          </a:prstGeom>
        </p:spPr>
        <p:txBody>
          <a:bodyPr anchor="ctr">
            <a:normAutofit/>
          </a:bodyPr>
          <a:lstStyle>
            <a:lvl1pPr marL="0" indent="0" algn="ctr">
              <a:buNone/>
              <a:defRPr sz="2000"/>
            </a:lvl1pPr>
          </a:lstStyle>
          <a:p>
            <a:r>
              <a:rPr lang="en-US"/>
              <a:t>Insert Icon</a:t>
            </a:r>
          </a:p>
        </p:txBody>
      </p:sp>
      <p:sp>
        <p:nvSpPr>
          <p:cNvPr id="16" name="Text Placeholder 5"/>
          <p:cNvSpPr>
            <a:spLocks noGrp="1"/>
          </p:cNvSpPr>
          <p:nvPr>
            <p:ph type="body" sz="quarter" idx="17" hasCustomPrompt="1"/>
          </p:nvPr>
        </p:nvSpPr>
        <p:spPr>
          <a:xfrm>
            <a:off x="4455218" y="3550424"/>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7" name="Text Placeholder 5"/>
          <p:cNvSpPr>
            <a:spLocks noGrp="1"/>
          </p:cNvSpPr>
          <p:nvPr>
            <p:ph type="body" sz="quarter" idx="18" hasCustomPrompt="1"/>
          </p:nvPr>
        </p:nvSpPr>
        <p:spPr>
          <a:xfrm>
            <a:off x="4455218" y="4284256"/>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9" name="Title 1">
            <a:extLst>
              <a:ext uri="{FF2B5EF4-FFF2-40B4-BE49-F238E27FC236}">
                <a16:creationId xmlns:a16="http://schemas.microsoft.com/office/drawing/2014/main" id="{DEB652CC-AB0C-3B42-A2D4-F61CB739BACE}"/>
              </a:ext>
            </a:extLst>
          </p:cNvPr>
          <p:cNvSpPr>
            <a:spLocks noGrp="1"/>
          </p:cNvSpPr>
          <p:nvPr>
            <p:ph type="title" hasCustomPrompt="1"/>
          </p:nvPr>
        </p:nvSpPr>
        <p:spPr>
          <a:xfrm>
            <a:off x="481263" y="100409"/>
            <a:ext cx="11229473" cy="1325563"/>
          </a:xfrm>
        </p:spPr>
        <p:txBody>
          <a:bodyPr/>
          <a:lstStyle>
            <a:lvl1pPr>
              <a:defRPr/>
            </a:lvl1pPr>
          </a:lstStyle>
          <a:p>
            <a:r>
              <a:rPr lang="en-US"/>
              <a:t>Slide title</a:t>
            </a:r>
          </a:p>
        </p:txBody>
      </p:sp>
      <p:sp>
        <p:nvSpPr>
          <p:cNvPr id="12" name="Text Placeholder 5">
            <a:extLst>
              <a:ext uri="{FF2B5EF4-FFF2-40B4-BE49-F238E27FC236}">
                <a16:creationId xmlns:a16="http://schemas.microsoft.com/office/drawing/2014/main" id="{986A2FBF-F5DE-C540-B6EE-CB76613D9036}"/>
              </a:ext>
            </a:extLst>
          </p:cNvPr>
          <p:cNvSpPr>
            <a:spLocks noGrp="1"/>
          </p:cNvSpPr>
          <p:nvPr>
            <p:ph type="body" sz="quarter" idx="20" hasCustomPrompt="1"/>
          </p:nvPr>
        </p:nvSpPr>
        <p:spPr>
          <a:xfrm>
            <a:off x="8429172" y="3546785"/>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13" name="Text Placeholder 5">
            <a:extLst>
              <a:ext uri="{FF2B5EF4-FFF2-40B4-BE49-F238E27FC236}">
                <a16:creationId xmlns:a16="http://schemas.microsoft.com/office/drawing/2014/main" id="{66C60298-D059-9D42-8DB1-F53D762DEE73}"/>
              </a:ext>
            </a:extLst>
          </p:cNvPr>
          <p:cNvSpPr>
            <a:spLocks noGrp="1"/>
          </p:cNvSpPr>
          <p:nvPr>
            <p:ph type="body" sz="quarter" idx="21" hasCustomPrompt="1"/>
          </p:nvPr>
        </p:nvSpPr>
        <p:spPr>
          <a:xfrm>
            <a:off x="8429172" y="4280617"/>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20" name="Text Placeholder 5">
            <a:extLst>
              <a:ext uri="{FF2B5EF4-FFF2-40B4-BE49-F238E27FC236}">
                <a16:creationId xmlns:a16="http://schemas.microsoft.com/office/drawing/2014/main" id="{35ED1390-3F0D-4D43-BBAA-2E698DD6928C}"/>
              </a:ext>
            </a:extLst>
          </p:cNvPr>
          <p:cNvSpPr>
            <a:spLocks noGrp="1"/>
          </p:cNvSpPr>
          <p:nvPr>
            <p:ph type="body" sz="quarter" idx="23" hasCustomPrompt="1"/>
          </p:nvPr>
        </p:nvSpPr>
        <p:spPr>
          <a:xfrm>
            <a:off x="481265" y="3554063"/>
            <a:ext cx="3281564" cy="609600"/>
          </a:xfrm>
          <a:prstGeom prst="rect">
            <a:avLst/>
          </a:prstGeom>
        </p:spPr>
        <p:txBody>
          <a:bodyPr anchor="ctr">
            <a:normAutofit/>
          </a:bodyPr>
          <a:lstStyle>
            <a:lvl1pPr marL="0" indent="0" algn="ctr">
              <a:buNone/>
              <a:defRPr sz="2000" b="1" i="0">
                <a:solidFill>
                  <a:srgbClr val="373737"/>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Title</a:t>
            </a:r>
          </a:p>
        </p:txBody>
      </p:sp>
      <p:sp>
        <p:nvSpPr>
          <p:cNvPr id="22" name="Text Placeholder 5">
            <a:extLst>
              <a:ext uri="{FF2B5EF4-FFF2-40B4-BE49-F238E27FC236}">
                <a16:creationId xmlns:a16="http://schemas.microsoft.com/office/drawing/2014/main" id="{B7D99F28-9E0F-ED46-B988-212E4C977314}"/>
              </a:ext>
            </a:extLst>
          </p:cNvPr>
          <p:cNvSpPr>
            <a:spLocks noGrp="1"/>
          </p:cNvSpPr>
          <p:nvPr>
            <p:ph type="body" sz="quarter" idx="24" hasCustomPrompt="1"/>
          </p:nvPr>
        </p:nvSpPr>
        <p:spPr>
          <a:xfrm>
            <a:off x="481265" y="4287895"/>
            <a:ext cx="3281564" cy="1727807"/>
          </a:xfrm>
          <a:prstGeom prst="rect">
            <a:avLst/>
          </a:prstGeom>
        </p:spPr>
        <p:txBody>
          <a:bodyPr anchor="t">
            <a:normAutofit/>
          </a:bodyPr>
          <a:lstStyle>
            <a:lvl1pPr marL="0" indent="0" algn="ctr">
              <a:lnSpc>
                <a:spcPct val="100000"/>
              </a:lnSpc>
              <a:buNone/>
              <a:defRPr sz="1600" b="0" i="0" baseline="0">
                <a:solidFill>
                  <a:srgbClr val="373737"/>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Enter Text Here</a:t>
            </a:r>
          </a:p>
        </p:txBody>
      </p:sp>
      <p:sp>
        <p:nvSpPr>
          <p:cNvPr id="21" name="Slide Number Placeholder 4">
            <a:extLst>
              <a:ext uri="{FF2B5EF4-FFF2-40B4-BE49-F238E27FC236}">
                <a16:creationId xmlns:a16="http://schemas.microsoft.com/office/drawing/2014/main" id="{40FF382E-CC63-3B41-BCE8-CDFF5CCBA155}"/>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928091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text - phone mockup">
    <p:bg>
      <p:bgPr>
        <a:solidFill>
          <a:schemeClr val="bg1"/>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4" y="1425972"/>
            <a:ext cx="7748336" cy="4780320"/>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7748335" cy="1325563"/>
          </a:xfrm>
        </p:spPr>
        <p:txBody>
          <a:bodyPr/>
          <a:lstStyle>
            <a:lvl1pPr>
              <a:defRPr>
                <a:solidFill>
                  <a:schemeClr val="tx2"/>
                </a:solidFill>
              </a:defRPr>
            </a:lvl1pPr>
          </a:lstStyle>
          <a:p>
            <a:r>
              <a:rPr lang="en-US"/>
              <a:t>Slide title</a:t>
            </a:r>
          </a:p>
        </p:txBody>
      </p:sp>
      <p:sp>
        <p:nvSpPr>
          <p:cNvPr id="9" name="Slide Number Placeholder 4">
            <a:extLst>
              <a:ext uri="{FF2B5EF4-FFF2-40B4-BE49-F238E27FC236}">
                <a16:creationId xmlns:a16="http://schemas.microsoft.com/office/drawing/2014/main" id="{56A0B592-E838-E74D-B03A-48E7C8A3EC14}"/>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pic>
        <p:nvPicPr>
          <p:cNvPr id="4" name="Picture 3">
            <a:extLst>
              <a:ext uri="{FF2B5EF4-FFF2-40B4-BE49-F238E27FC236}">
                <a16:creationId xmlns:a16="http://schemas.microsoft.com/office/drawing/2014/main" id="{A1D463FA-8822-4862-A070-15D1D6383BA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339679" y="-3432"/>
            <a:ext cx="3383072" cy="7068695"/>
          </a:xfrm>
          <a:prstGeom prst="rect">
            <a:avLst/>
          </a:prstGeom>
        </p:spPr>
      </p:pic>
      <p:sp>
        <p:nvSpPr>
          <p:cNvPr id="14" name="Picture Placeholder 13">
            <a:extLst>
              <a:ext uri="{FF2B5EF4-FFF2-40B4-BE49-F238E27FC236}">
                <a16:creationId xmlns:a16="http://schemas.microsoft.com/office/drawing/2014/main" id="{E9998EC5-5589-0C7D-0E73-172CA435D987}"/>
              </a:ext>
            </a:extLst>
          </p:cNvPr>
          <p:cNvSpPr>
            <a:spLocks noGrp="1"/>
          </p:cNvSpPr>
          <p:nvPr>
            <p:ph type="pic" sz="quarter" idx="12"/>
          </p:nvPr>
        </p:nvSpPr>
        <p:spPr>
          <a:xfrm>
            <a:off x="8862373" y="377686"/>
            <a:ext cx="2398643" cy="5251175"/>
          </a:xfrm>
          <a:prstGeom prst="roundRect">
            <a:avLst>
              <a:gd name="adj" fmla="val 10502"/>
            </a:avLst>
          </a:prstGeom>
        </p:spPr>
        <p:txBody>
          <a:bodyPr anchor="t">
            <a:normAutofit/>
          </a:bodyPr>
          <a:lstStyle>
            <a:lvl1pPr algn="ctr">
              <a:defRPr sz="2000"/>
            </a:lvl1pPr>
          </a:lstStyle>
          <a:p>
            <a:r>
              <a:rPr lang="en-US"/>
              <a:t>Click icon to add picture</a:t>
            </a:r>
          </a:p>
        </p:txBody>
      </p:sp>
      <p:sp>
        <p:nvSpPr>
          <p:cNvPr id="15" name="Rounded Rectangle 14">
            <a:extLst>
              <a:ext uri="{FF2B5EF4-FFF2-40B4-BE49-F238E27FC236}">
                <a16:creationId xmlns:a16="http://schemas.microsoft.com/office/drawing/2014/main" id="{830D591F-578D-1741-F810-08925244B7B3}"/>
              </a:ext>
            </a:extLst>
          </p:cNvPr>
          <p:cNvSpPr/>
          <p:nvPr userDrawn="1"/>
        </p:nvSpPr>
        <p:spPr>
          <a:xfrm>
            <a:off x="9718493" y="445231"/>
            <a:ext cx="684602" cy="196285"/>
          </a:xfrm>
          <a:prstGeom prst="roundRect">
            <a:avLst>
              <a:gd name="adj" fmla="val 50000"/>
            </a:avLst>
          </a:prstGeom>
          <a:solidFill>
            <a:srgbClr val="00020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7074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 text - phone mockup">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F06830-5CE7-CE0C-CDE2-9805501CD6C4}"/>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hape, background pattern&#10;&#10;Description automatically generated">
            <a:extLst>
              <a:ext uri="{FF2B5EF4-FFF2-40B4-BE49-F238E27FC236}">
                <a16:creationId xmlns:a16="http://schemas.microsoft.com/office/drawing/2014/main" id="{88964876-5C77-2C00-AAAA-213379736134}"/>
              </a:ext>
            </a:extLst>
          </p:cNvPr>
          <p:cNvPicPr>
            <a:picLocks noChangeAspect="1"/>
          </p:cNvPicPr>
          <p:nvPr userDrawn="1"/>
        </p:nvPicPr>
        <p:blipFill>
          <a:blip r:embed="rId2"/>
          <a:stretch>
            <a:fillRect/>
          </a:stretch>
        </p:blipFill>
        <p:spPr>
          <a:xfrm>
            <a:off x="2333735" y="0"/>
            <a:ext cx="12192000" cy="6858000"/>
          </a:xfrm>
          <a:prstGeom prst="rect">
            <a:avLst/>
          </a:prstGeom>
        </p:spPr>
      </p:pic>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4" y="1425972"/>
            <a:ext cx="7748336" cy="4780320"/>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7748335" cy="1325563"/>
          </a:xfrm>
        </p:spPr>
        <p:txBody>
          <a:bodyPr/>
          <a:lstStyle>
            <a:lvl1pPr>
              <a:defRPr>
                <a:solidFill>
                  <a:schemeClr val="tx2"/>
                </a:solidFill>
              </a:defRPr>
            </a:lvl1pPr>
          </a:lstStyle>
          <a:p>
            <a:r>
              <a:rPr lang="en-US"/>
              <a:t>Slide title</a:t>
            </a:r>
          </a:p>
        </p:txBody>
      </p:sp>
      <p:sp>
        <p:nvSpPr>
          <p:cNvPr id="9" name="Slide Number Placeholder 4">
            <a:extLst>
              <a:ext uri="{FF2B5EF4-FFF2-40B4-BE49-F238E27FC236}">
                <a16:creationId xmlns:a16="http://schemas.microsoft.com/office/drawing/2014/main" id="{56A0B592-E838-E74D-B03A-48E7C8A3EC14}"/>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pic>
        <p:nvPicPr>
          <p:cNvPr id="5" name="Picture 4">
            <a:extLst>
              <a:ext uri="{FF2B5EF4-FFF2-40B4-BE49-F238E27FC236}">
                <a16:creationId xmlns:a16="http://schemas.microsoft.com/office/drawing/2014/main" id="{1BE2A358-B75A-64A8-4EF9-7799CC7B70F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339679" y="-3432"/>
            <a:ext cx="3383072" cy="7068695"/>
          </a:xfrm>
          <a:prstGeom prst="rect">
            <a:avLst/>
          </a:prstGeom>
        </p:spPr>
      </p:pic>
      <p:sp>
        <p:nvSpPr>
          <p:cNvPr id="6" name="Picture Placeholder 13">
            <a:extLst>
              <a:ext uri="{FF2B5EF4-FFF2-40B4-BE49-F238E27FC236}">
                <a16:creationId xmlns:a16="http://schemas.microsoft.com/office/drawing/2014/main" id="{035F59A0-956C-5249-6E1E-99EA672A39DF}"/>
              </a:ext>
            </a:extLst>
          </p:cNvPr>
          <p:cNvSpPr>
            <a:spLocks noGrp="1"/>
          </p:cNvSpPr>
          <p:nvPr>
            <p:ph type="pic" sz="quarter" idx="12"/>
          </p:nvPr>
        </p:nvSpPr>
        <p:spPr>
          <a:xfrm>
            <a:off x="8862373" y="377686"/>
            <a:ext cx="2398643" cy="5251175"/>
          </a:xfrm>
          <a:prstGeom prst="roundRect">
            <a:avLst>
              <a:gd name="adj" fmla="val 10502"/>
            </a:avLst>
          </a:prstGeom>
        </p:spPr>
        <p:txBody>
          <a:bodyPr anchor="t">
            <a:normAutofit/>
          </a:bodyPr>
          <a:lstStyle>
            <a:lvl1pPr algn="ctr">
              <a:defRPr sz="2000"/>
            </a:lvl1pPr>
          </a:lstStyle>
          <a:p>
            <a:r>
              <a:rPr lang="en-US"/>
              <a:t>Click icon to add picture</a:t>
            </a:r>
          </a:p>
        </p:txBody>
      </p:sp>
      <p:sp>
        <p:nvSpPr>
          <p:cNvPr id="8" name="Rounded Rectangle 7">
            <a:extLst>
              <a:ext uri="{FF2B5EF4-FFF2-40B4-BE49-F238E27FC236}">
                <a16:creationId xmlns:a16="http://schemas.microsoft.com/office/drawing/2014/main" id="{21A42F4B-7774-C100-A2A0-BF3D985A3723}"/>
              </a:ext>
            </a:extLst>
          </p:cNvPr>
          <p:cNvSpPr/>
          <p:nvPr userDrawn="1"/>
        </p:nvSpPr>
        <p:spPr>
          <a:xfrm>
            <a:off x="9718493" y="445231"/>
            <a:ext cx="684602" cy="196285"/>
          </a:xfrm>
          <a:prstGeom prst="roundRect">
            <a:avLst>
              <a:gd name="adj" fmla="val 50000"/>
            </a:avLst>
          </a:prstGeom>
          <a:solidFill>
            <a:srgbClr val="00020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4130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ontent - text - phone mockup">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F06830-5CE7-CE0C-CDE2-9805501CD6C4}"/>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hape, background pattern&#10;&#10;Description automatically generated">
            <a:extLst>
              <a:ext uri="{FF2B5EF4-FFF2-40B4-BE49-F238E27FC236}">
                <a16:creationId xmlns:a16="http://schemas.microsoft.com/office/drawing/2014/main" id="{88964876-5C77-2C00-AAAA-213379736134}"/>
              </a:ext>
            </a:extLst>
          </p:cNvPr>
          <p:cNvPicPr>
            <a:picLocks noChangeAspect="1"/>
          </p:cNvPicPr>
          <p:nvPr userDrawn="1"/>
        </p:nvPicPr>
        <p:blipFill>
          <a:blip r:embed="rId2"/>
          <a:stretch>
            <a:fillRect/>
          </a:stretch>
        </p:blipFill>
        <p:spPr>
          <a:xfrm>
            <a:off x="2333735" y="0"/>
            <a:ext cx="12192000" cy="6858000"/>
          </a:xfrm>
          <a:prstGeom prst="rect">
            <a:avLst/>
          </a:prstGeom>
        </p:spPr>
      </p:pic>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4" y="1425972"/>
            <a:ext cx="7748336" cy="4780320"/>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7748335" cy="1325563"/>
          </a:xfrm>
        </p:spPr>
        <p:txBody>
          <a:bodyPr/>
          <a:lstStyle>
            <a:lvl1pPr>
              <a:defRPr>
                <a:solidFill>
                  <a:schemeClr val="tx2"/>
                </a:solidFill>
              </a:defRPr>
            </a:lvl1pPr>
          </a:lstStyle>
          <a:p>
            <a:r>
              <a:rPr lang="en-US"/>
              <a:t>Slide title</a:t>
            </a:r>
          </a:p>
        </p:txBody>
      </p:sp>
      <p:sp>
        <p:nvSpPr>
          <p:cNvPr id="9" name="Slide Number Placeholder 4">
            <a:extLst>
              <a:ext uri="{FF2B5EF4-FFF2-40B4-BE49-F238E27FC236}">
                <a16:creationId xmlns:a16="http://schemas.microsoft.com/office/drawing/2014/main" id="{56A0B592-E838-E74D-B03A-48E7C8A3EC14}"/>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4" name="Picture Placeholder 13">
            <a:extLst>
              <a:ext uri="{FF2B5EF4-FFF2-40B4-BE49-F238E27FC236}">
                <a16:creationId xmlns:a16="http://schemas.microsoft.com/office/drawing/2014/main" id="{AE3FF36C-B2D2-32B5-7AA2-7D3E312861CF}"/>
              </a:ext>
            </a:extLst>
          </p:cNvPr>
          <p:cNvSpPr>
            <a:spLocks noGrp="1"/>
          </p:cNvSpPr>
          <p:nvPr>
            <p:ph type="pic" sz="quarter" idx="12"/>
          </p:nvPr>
        </p:nvSpPr>
        <p:spPr>
          <a:xfrm>
            <a:off x="8862373" y="589314"/>
            <a:ext cx="2398643" cy="5251175"/>
          </a:xfrm>
          <a:prstGeom prst="roundRect">
            <a:avLst>
              <a:gd name="adj" fmla="val 10502"/>
            </a:avLst>
          </a:prstGeom>
          <a:solidFill>
            <a:schemeClr val="bg1"/>
          </a:solidFill>
        </p:spPr>
        <p:txBody>
          <a:bodyPr anchor="t">
            <a:normAutofit/>
          </a:bodyPr>
          <a:lstStyle>
            <a:lvl1pPr marL="0" indent="0" algn="ctr">
              <a:buNone/>
              <a:defRPr sz="2000"/>
            </a:lvl1pPr>
          </a:lstStyle>
          <a:p>
            <a:r>
              <a:rPr lang="en-US"/>
              <a:t>Click icon to add picture</a:t>
            </a:r>
          </a:p>
        </p:txBody>
      </p:sp>
    </p:spTree>
    <p:extLst>
      <p:ext uri="{BB962C8B-B14F-4D97-AF65-F5344CB8AC3E}">
        <p14:creationId xmlns:p14="http://schemas.microsoft.com/office/powerpoint/2010/main" val="123447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 text - screen mockup">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1F7BB17-D0D6-1F9A-2991-23423DFCDA5D}"/>
              </a:ext>
            </a:extLst>
          </p:cNvPr>
          <p:cNvGrpSpPr/>
          <p:nvPr userDrawn="1"/>
        </p:nvGrpSpPr>
        <p:grpSpPr>
          <a:xfrm>
            <a:off x="5661393" y="1206723"/>
            <a:ext cx="7210269" cy="5651277"/>
            <a:chOff x="5661393" y="1206723"/>
            <a:chExt cx="7210269" cy="5651277"/>
          </a:xfrm>
        </p:grpSpPr>
        <p:pic>
          <p:nvPicPr>
            <p:cNvPr id="4" name="Picture 3" descr="A computer with a black screen&#10;&#10;Description automatically generated with low confidence">
              <a:extLst>
                <a:ext uri="{FF2B5EF4-FFF2-40B4-BE49-F238E27FC236}">
                  <a16:creationId xmlns:a16="http://schemas.microsoft.com/office/drawing/2014/main" id="{6CB348BF-8FD0-18CD-FF15-A341B834A03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426" t="19099" r="11159"/>
            <a:stretch/>
          </p:blipFill>
          <p:spPr>
            <a:xfrm>
              <a:off x="5661393" y="1206723"/>
              <a:ext cx="7210269" cy="5651277"/>
            </a:xfrm>
            <a:prstGeom prst="rect">
              <a:avLst/>
            </a:prstGeom>
          </p:spPr>
        </p:pic>
        <p:sp>
          <p:nvSpPr>
            <p:cNvPr id="5" name="Rectangle 4">
              <a:extLst>
                <a:ext uri="{FF2B5EF4-FFF2-40B4-BE49-F238E27FC236}">
                  <a16:creationId xmlns:a16="http://schemas.microsoft.com/office/drawing/2014/main" id="{CD62A011-B264-E82B-E9AB-7DB3B9589909}"/>
                </a:ext>
              </a:extLst>
            </p:cNvPr>
            <p:cNvSpPr/>
            <p:nvPr userDrawn="1"/>
          </p:nvSpPr>
          <p:spPr>
            <a:xfrm>
              <a:off x="6686869" y="4817201"/>
              <a:ext cx="5144139" cy="45976"/>
            </a:xfrm>
            <a:prstGeom prst="rect">
              <a:avLst/>
            </a:prstGeom>
            <a:solidFill>
              <a:srgbClr val="00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6E643AA3-0153-EE55-546C-262CE97A1056}"/>
                </a:ext>
              </a:extLst>
            </p:cNvPr>
            <p:cNvSpPr/>
            <p:nvPr userDrawn="1"/>
          </p:nvSpPr>
          <p:spPr>
            <a:xfrm>
              <a:off x="8979551" y="1501161"/>
              <a:ext cx="542469" cy="148846"/>
            </a:xfrm>
            <a:prstGeom prst="roundRect">
              <a:avLst/>
            </a:prstGeom>
            <a:solidFill>
              <a:srgbClr val="00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4" y="1425972"/>
            <a:ext cx="5968522" cy="4780320"/>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16" name="Picture Placeholder 9">
            <a:extLst>
              <a:ext uri="{FF2B5EF4-FFF2-40B4-BE49-F238E27FC236}">
                <a16:creationId xmlns:a16="http://schemas.microsoft.com/office/drawing/2014/main" id="{627EBF22-77CD-E945-A78A-1CB8FA27748C}"/>
              </a:ext>
            </a:extLst>
          </p:cNvPr>
          <p:cNvSpPr>
            <a:spLocks noGrp="1"/>
          </p:cNvSpPr>
          <p:nvPr>
            <p:ph type="pic" sz="quarter" idx="15"/>
          </p:nvPr>
        </p:nvSpPr>
        <p:spPr>
          <a:xfrm>
            <a:off x="6727736" y="1564234"/>
            <a:ext cx="5047080" cy="3288727"/>
          </a:xfrm>
          <a:prstGeom prst="roundRect">
            <a:avLst>
              <a:gd name="adj" fmla="val 1551"/>
            </a:avLst>
          </a:prstGeom>
        </p:spPr>
        <p:txBody>
          <a:bodyPr anchor="t">
            <a:normAutofit/>
          </a:bodyPr>
          <a:lstStyle>
            <a:lvl1pPr marL="0" indent="0" algn="ctr">
              <a:buNone/>
              <a:defRPr sz="2000">
                <a:solidFill>
                  <a:schemeClr val="tx2"/>
                </a:solidFill>
              </a:defRPr>
            </a:lvl1pPr>
          </a:lstStyle>
          <a:p>
            <a:r>
              <a:rPr lang="en-US"/>
              <a:t>Click icon to add picture</a:t>
            </a:r>
          </a:p>
        </p:txBody>
      </p:sp>
      <p:sp>
        <p:nvSpPr>
          <p:cNvPr id="17" name="Slide Number Placeholder 4">
            <a:extLst>
              <a:ext uri="{FF2B5EF4-FFF2-40B4-BE49-F238E27FC236}">
                <a16:creationId xmlns:a16="http://schemas.microsoft.com/office/drawing/2014/main" id="{DB334861-145A-D748-9B06-0AF9200508C8}"/>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3594878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text - screen mockup">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C706EC-E4D1-3C4C-7A26-2C982F620737}"/>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hape, background pattern&#10;&#10;Description automatically generated">
            <a:extLst>
              <a:ext uri="{FF2B5EF4-FFF2-40B4-BE49-F238E27FC236}">
                <a16:creationId xmlns:a16="http://schemas.microsoft.com/office/drawing/2014/main" id="{85FEC641-8714-8338-1175-AADEC50392BC}"/>
              </a:ext>
            </a:extLst>
          </p:cNvPr>
          <p:cNvPicPr>
            <a:picLocks noChangeAspect="1"/>
          </p:cNvPicPr>
          <p:nvPr userDrawn="1"/>
        </p:nvPicPr>
        <p:blipFill>
          <a:blip r:embed="rId2"/>
          <a:stretch>
            <a:fillRect/>
          </a:stretch>
        </p:blipFill>
        <p:spPr>
          <a:xfrm>
            <a:off x="2333735" y="0"/>
            <a:ext cx="12192000" cy="6858000"/>
          </a:xfrm>
          <a:prstGeom prst="rect">
            <a:avLst/>
          </a:prstGeom>
        </p:spPr>
      </p:pic>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4" y="1425972"/>
            <a:ext cx="5968522" cy="4780320"/>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16" name="Picture Placeholder 9">
            <a:extLst>
              <a:ext uri="{FF2B5EF4-FFF2-40B4-BE49-F238E27FC236}">
                <a16:creationId xmlns:a16="http://schemas.microsoft.com/office/drawing/2014/main" id="{627EBF22-77CD-E945-A78A-1CB8FA27748C}"/>
              </a:ext>
            </a:extLst>
          </p:cNvPr>
          <p:cNvSpPr>
            <a:spLocks noGrp="1"/>
          </p:cNvSpPr>
          <p:nvPr>
            <p:ph type="pic" sz="quarter" idx="15"/>
          </p:nvPr>
        </p:nvSpPr>
        <p:spPr>
          <a:xfrm>
            <a:off x="6727736" y="1564234"/>
            <a:ext cx="5047080" cy="3288727"/>
          </a:xfrm>
          <a:prstGeom prst="roundRect">
            <a:avLst>
              <a:gd name="adj" fmla="val 1551"/>
            </a:avLst>
          </a:prstGeom>
          <a:solidFill>
            <a:schemeClr val="bg1"/>
          </a:solidFill>
        </p:spPr>
        <p:txBody>
          <a:bodyPr anchor="t">
            <a:normAutofit/>
          </a:bodyPr>
          <a:lstStyle>
            <a:lvl1pPr marL="0" indent="0" algn="ctr">
              <a:buNone/>
              <a:defRPr sz="2000">
                <a:solidFill>
                  <a:schemeClr val="tx2"/>
                </a:solidFill>
              </a:defRPr>
            </a:lvl1pPr>
          </a:lstStyle>
          <a:p>
            <a:r>
              <a:rPr lang="en-US"/>
              <a:t>Click icon to add picture</a:t>
            </a:r>
          </a:p>
        </p:txBody>
      </p:sp>
      <p:sp>
        <p:nvSpPr>
          <p:cNvPr id="17" name="Slide Number Placeholder 4">
            <a:extLst>
              <a:ext uri="{FF2B5EF4-FFF2-40B4-BE49-F238E27FC236}">
                <a16:creationId xmlns:a16="http://schemas.microsoft.com/office/drawing/2014/main" id="{DB334861-145A-D748-9B06-0AF9200508C8}"/>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grpSp>
        <p:nvGrpSpPr>
          <p:cNvPr id="8" name="Group 7">
            <a:extLst>
              <a:ext uri="{FF2B5EF4-FFF2-40B4-BE49-F238E27FC236}">
                <a16:creationId xmlns:a16="http://schemas.microsoft.com/office/drawing/2014/main" id="{01F7BB17-D0D6-1F9A-2991-23423DFCDA5D}"/>
              </a:ext>
            </a:extLst>
          </p:cNvPr>
          <p:cNvGrpSpPr/>
          <p:nvPr userDrawn="1"/>
        </p:nvGrpSpPr>
        <p:grpSpPr>
          <a:xfrm>
            <a:off x="1611221" y="1206723"/>
            <a:ext cx="7210269" cy="5651277"/>
            <a:chOff x="5661393" y="1206723"/>
            <a:chExt cx="7210269" cy="5651277"/>
          </a:xfrm>
        </p:grpSpPr>
        <p:pic>
          <p:nvPicPr>
            <p:cNvPr id="4" name="Picture 3" descr="A computer with a black screen&#10;&#10;Description automatically generated with low confidence">
              <a:extLst>
                <a:ext uri="{FF2B5EF4-FFF2-40B4-BE49-F238E27FC236}">
                  <a16:creationId xmlns:a16="http://schemas.microsoft.com/office/drawing/2014/main" id="{6CB348BF-8FD0-18CD-FF15-A341B834A03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1426" t="19099" r="11159"/>
            <a:stretch/>
          </p:blipFill>
          <p:spPr>
            <a:xfrm>
              <a:off x="5661393" y="1206723"/>
              <a:ext cx="7210269" cy="5651277"/>
            </a:xfrm>
            <a:prstGeom prst="rect">
              <a:avLst/>
            </a:prstGeom>
          </p:spPr>
        </p:pic>
        <p:sp>
          <p:nvSpPr>
            <p:cNvPr id="5" name="Rectangle 4">
              <a:extLst>
                <a:ext uri="{FF2B5EF4-FFF2-40B4-BE49-F238E27FC236}">
                  <a16:creationId xmlns:a16="http://schemas.microsoft.com/office/drawing/2014/main" id="{CD62A011-B264-E82B-E9AB-7DB3B9589909}"/>
                </a:ext>
              </a:extLst>
            </p:cNvPr>
            <p:cNvSpPr/>
            <p:nvPr userDrawn="1"/>
          </p:nvSpPr>
          <p:spPr>
            <a:xfrm>
              <a:off x="6686869" y="4817201"/>
              <a:ext cx="5144139" cy="45976"/>
            </a:xfrm>
            <a:prstGeom prst="rect">
              <a:avLst/>
            </a:prstGeom>
            <a:solidFill>
              <a:srgbClr val="00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6E643AA3-0153-EE55-546C-262CE97A1056}"/>
                </a:ext>
              </a:extLst>
            </p:cNvPr>
            <p:cNvSpPr/>
            <p:nvPr userDrawn="1"/>
          </p:nvSpPr>
          <p:spPr>
            <a:xfrm>
              <a:off x="8979551" y="1501161"/>
              <a:ext cx="542469" cy="148846"/>
            </a:xfrm>
            <a:prstGeom prst="roundRect">
              <a:avLst/>
            </a:prstGeom>
            <a:solidFill>
              <a:srgbClr val="00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8592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Content - text - screen mockup">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C706EC-E4D1-3C4C-7A26-2C982F620737}"/>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hape, background pattern&#10;&#10;Description automatically generated">
            <a:extLst>
              <a:ext uri="{FF2B5EF4-FFF2-40B4-BE49-F238E27FC236}">
                <a16:creationId xmlns:a16="http://schemas.microsoft.com/office/drawing/2014/main" id="{85FEC641-8714-8338-1175-AADEC50392BC}"/>
              </a:ext>
            </a:extLst>
          </p:cNvPr>
          <p:cNvPicPr>
            <a:picLocks noChangeAspect="1"/>
          </p:cNvPicPr>
          <p:nvPr userDrawn="1"/>
        </p:nvPicPr>
        <p:blipFill>
          <a:blip r:embed="rId2"/>
          <a:stretch>
            <a:fillRect/>
          </a:stretch>
        </p:blipFill>
        <p:spPr>
          <a:xfrm>
            <a:off x="2333735" y="0"/>
            <a:ext cx="12192000" cy="6858000"/>
          </a:xfrm>
          <a:prstGeom prst="rect">
            <a:avLst/>
          </a:prstGeom>
        </p:spPr>
      </p:pic>
      <p:sp>
        <p:nvSpPr>
          <p:cNvPr id="12" name="Text Placeholder 3">
            <a:extLst>
              <a:ext uri="{FF2B5EF4-FFF2-40B4-BE49-F238E27FC236}">
                <a16:creationId xmlns:a16="http://schemas.microsoft.com/office/drawing/2014/main" id="{2A6F8E4E-FB39-D447-9B9A-03C90A5F6039}"/>
              </a:ext>
            </a:extLst>
          </p:cNvPr>
          <p:cNvSpPr>
            <a:spLocks noGrp="1"/>
          </p:cNvSpPr>
          <p:nvPr>
            <p:ph idx="1"/>
          </p:nvPr>
        </p:nvSpPr>
        <p:spPr>
          <a:xfrm>
            <a:off x="481264" y="1425972"/>
            <a:ext cx="5968522" cy="4780320"/>
          </a:xfrm>
          <a:prstGeom prst="rect">
            <a:avLst/>
          </a:prstGeom>
        </p:spPr>
        <p:txBody>
          <a:bodyPr vert="horz" lIns="91440" tIns="45720" rIns="91440" bIns="45720" rtlCol="0">
            <a:normAutofit/>
          </a:bodyPr>
          <a:lstStyle>
            <a:lvl1pPr>
              <a:lnSpc>
                <a:spcPct val="150000"/>
              </a:lnSpc>
              <a:defRPr sz="2400">
                <a:solidFill>
                  <a:schemeClr val="tx2"/>
                </a:solidFill>
              </a:defRPr>
            </a:lvl1pPr>
          </a:lstStyle>
          <a:p>
            <a:pPr lvl="0"/>
            <a:r>
              <a:rPr lang="en-US"/>
              <a:t>Click to edit Master text styles</a:t>
            </a:r>
          </a:p>
        </p:txBody>
      </p:sp>
      <p:sp>
        <p:nvSpPr>
          <p:cNvPr id="7" name="Title 1">
            <a:extLst>
              <a:ext uri="{FF2B5EF4-FFF2-40B4-BE49-F238E27FC236}">
                <a16:creationId xmlns:a16="http://schemas.microsoft.com/office/drawing/2014/main" id="{78041BE0-13F9-4948-B273-4A62C4B56401}"/>
              </a:ext>
            </a:extLst>
          </p:cNvPr>
          <p:cNvSpPr>
            <a:spLocks noGrp="1"/>
          </p:cNvSpPr>
          <p:nvPr>
            <p:ph type="title" hasCustomPrompt="1"/>
          </p:nvPr>
        </p:nvSpPr>
        <p:spPr>
          <a:xfrm>
            <a:off x="481263" y="100409"/>
            <a:ext cx="11229473" cy="1325563"/>
          </a:xfrm>
        </p:spPr>
        <p:txBody>
          <a:bodyPr/>
          <a:lstStyle>
            <a:lvl1pPr>
              <a:defRPr>
                <a:solidFill>
                  <a:schemeClr val="tx2"/>
                </a:solidFill>
              </a:defRPr>
            </a:lvl1pPr>
          </a:lstStyle>
          <a:p>
            <a:r>
              <a:rPr lang="en-US"/>
              <a:t>Slide title</a:t>
            </a:r>
          </a:p>
        </p:txBody>
      </p:sp>
      <p:sp>
        <p:nvSpPr>
          <p:cNvPr id="17" name="Slide Number Placeholder 4">
            <a:extLst>
              <a:ext uri="{FF2B5EF4-FFF2-40B4-BE49-F238E27FC236}">
                <a16:creationId xmlns:a16="http://schemas.microsoft.com/office/drawing/2014/main" id="{DB334861-145A-D748-9B06-0AF9200508C8}"/>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
        <p:nvSpPr>
          <p:cNvPr id="9" name="Picture Placeholder 9">
            <a:extLst>
              <a:ext uri="{FF2B5EF4-FFF2-40B4-BE49-F238E27FC236}">
                <a16:creationId xmlns:a16="http://schemas.microsoft.com/office/drawing/2014/main" id="{86E5EA4E-23C9-FD8F-9896-FD152149E1B5}"/>
              </a:ext>
            </a:extLst>
          </p:cNvPr>
          <p:cNvSpPr>
            <a:spLocks noGrp="1"/>
          </p:cNvSpPr>
          <p:nvPr>
            <p:ph type="pic" sz="quarter" idx="15"/>
          </p:nvPr>
        </p:nvSpPr>
        <p:spPr>
          <a:xfrm>
            <a:off x="6727736" y="1564234"/>
            <a:ext cx="5047080" cy="3288727"/>
          </a:xfrm>
          <a:prstGeom prst="roundRect">
            <a:avLst>
              <a:gd name="adj" fmla="val 1551"/>
            </a:avLst>
          </a:prstGeom>
          <a:solidFill>
            <a:schemeClr val="bg1"/>
          </a:solidFill>
        </p:spPr>
        <p:txBody>
          <a:bodyPr anchor="t">
            <a:normAutofit/>
          </a:bodyPr>
          <a:lstStyle>
            <a:lvl1pPr marL="0" indent="0" algn="ctr">
              <a:buNone/>
              <a:defRPr sz="2000">
                <a:solidFill>
                  <a:schemeClr val="tx2"/>
                </a:solidFill>
              </a:defRPr>
            </a:lvl1pPr>
          </a:lstStyle>
          <a:p>
            <a:r>
              <a:rPr lang="en-US"/>
              <a:t>Click icon to add picture</a:t>
            </a:r>
          </a:p>
        </p:txBody>
      </p:sp>
    </p:spTree>
    <p:extLst>
      <p:ext uri="{BB962C8B-B14F-4D97-AF65-F5344CB8AC3E}">
        <p14:creationId xmlns:p14="http://schemas.microsoft.com/office/powerpoint/2010/main" val="324181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ank you - blu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1227A041-A923-EB44-942F-95AEF1D8823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7204B65-49E2-F24E-AF8B-78162125750D}"/>
              </a:ext>
            </a:extLst>
          </p:cNvPr>
          <p:cNvSpPr>
            <a:spLocks noGrp="1"/>
          </p:cNvSpPr>
          <p:nvPr>
            <p:ph type="title" hasCustomPrompt="1"/>
          </p:nvPr>
        </p:nvSpPr>
        <p:spPr>
          <a:xfrm>
            <a:off x="362418"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Thank you</a:t>
            </a:r>
          </a:p>
        </p:txBody>
      </p:sp>
      <p:pic>
        <p:nvPicPr>
          <p:cNvPr id="5" name="Graphic 4">
            <a:extLst>
              <a:ext uri="{FF2B5EF4-FFF2-40B4-BE49-F238E27FC236}">
                <a16:creationId xmlns:a16="http://schemas.microsoft.com/office/drawing/2014/main" id="{A81851DD-2E22-5146-B9DD-CC2A07BB1E5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77" y="530711"/>
            <a:ext cx="1554271" cy="1554271"/>
          </a:xfrm>
          <a:prstGeom prst="rect">
            <a:avLst/>
          </a:prstGeom>
        </p:spPr>
      </p:pic>
    </p:spTree>
    <p:extLst>
      <p:ext uri="{BB962C8B-B14F-4D97-AF65-F5344CB8AC3E}">
        <p14:creationId xmlns:p14="http://schemas.microsoft.com/office/powerpoint/2010/main" val="205485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ank you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EE1059-6881-3E40-83EE-E50B2D1B00F7}"/>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hape, background pattern&#10;&#10;Description automatically generated">
            <a:extLst>
              <a:ext uri="{FF2B5EF4-FFF2-40B4-BE49-F238E27FC236}">
                <a16:creationId xmlns:a16="http://schemas.microsoft.com/office/drawing/2014/main" id="{D42FA5F9-8A21-AE45-A04D-D1834BDFA904}"/>
              </a:ext>
            </a:extLst>
          </p:cNvPr>
          <p:cNvPicPr>
            <a:picLocks noChangeAspect="1"/>
          </p:cNvPicPr>
          <p:nvPr userDrawn="1"/>
        </p:nvPicPr>
        <p:blipFill>
          <a:blip r:embed="rId2"/>
          <a:stretch>
            <a:fillRect/>
          </a:stretch>
        </p:blipFill>
        <p:spPr>
          <a:xfrm>
            <a:off x="2333735" y="0"/>
            <a:ext cx="12192000" cy="6858000"/>
          </a:xfrm>
          <a:prstGeom prst="rect">
            <a:avLst/>
          </a:prstGeom>
        </p:spPr>
      </p:pic>
      <p:pic>
        <p:nvPicPr>
          <p:cNvPr id="9" name="Graphic 8">
            <a:extLst>
              <a:ext uri="{FF2B5EF4-FFF2-40B4-BE49-F238E27FC236}">
                <a16:creationId xmlns:a16="http://schemas.microsoft.com/office/drawing/2014/main" id="{9F509B86-5E9B-0745-AF54-7EE2ECDFB29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77" y="500989"/>
            <a:ext cx="1554271" cy="1554271"/>
          </a:xfrm>
          <a:prstGeom prst="rect">
            <a:avLst/>
          </a:prstGeom>
        </p:spPr>
      </p:pic>
      <p:sp>
        <p:nvSpPr>
          <p:cNvPr id="2" name="Title 1">
            <a:extLst>
              <a:ext uri="{FF2B5EF4-FFF2-40B4-BE49-F238E27FC236}">
                <a16:creationId xmlns:a16="http://schemas.microsoft.com/office/drawing/2014/main" id="{48AE326A-985C-5A77-A43D-37A25B75DC5C}"/>
              </a:ext>
            </a:extLst>
          </p:cNvPr>
          <p:cNvSpPr>
            <a:spLocks noGrp="1"/>
          </p:cNvSpPr>
          <p:nvPr>
            <p:ph type="title" hasCustomPrompt="1"/>
          </p:nvPr>
        </p:nvSpPr>
        <p:spPr>
          <a:xfrm>
            <a:off x="362418" y="2583873"/>
            <a:ext cx="11196321" cy="1325563"/>
          </a:xfrm>
        </p:spPr>
        <p:txBody>
          <a:bodyPr>
            <a:normAutofit/>
          </a:bodyPr>
          <a:lstStyle>
            <a:lvl1pPr algn="l">
              <a:defRPr sz="6000" b="1" i="0">
                <a:solidFill>
                  <a:schemeClr val="tx2"/>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a:t>Thank you</a:t>
            </a:r>
          </a:p>
        </p:txBody>
      </p:sp>
    </p:spTree>
    <p:extLst>
      <p:ext uri="{BB962C8B-B14F-4D97-AF65-F5344CB8AC3E}">
        <p14:creationId xmlns:p14="http://schemas.microsoft.com/office/powerpoint/2010/main" val="84410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ogo - 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1073D-04A5-BA44-97F0-7228513D4B36}"/>
              </a:ext>
            </a:extLst>
          </p:cNvPr>
          <p:cNvSpPr/>
          <p:nvPr userDrawn="1"/>
        </p:nvSpPr>
        <p:spPr>
          <a:xfrm>
            <a:off x="0" y="0"/>
            <a:ext cx="12192000" cy="6858000"/>
          </a:xfrm>
          <a:prstGeom prst="rect">
            <a:avLst/>
          </a:prstGeom>
          <a:solidFill>
            <a:srgbClr val="99C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EE92A-F115-C049-949C-FE8085A100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18864" y="2651864"/>
            <a:ext cx="1554271" cy="1554271"/>
          </a:xfrm>
          <a:prstGeom prst="rect">
            <a:avLst/>
          </a:prstGeom>
        </p:spPr>
      </p:pic>
    </p:spTree>
    <p:extLst>
      <p:ext uri="{BB962C8B-B14F-4D97-AF65-F5344CB8AC3E}">
        <p14:creationId xmlns:p14="http://schemas.microsoft.com/office/powerpoint/2010/main" val="817266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EF2BDC-C055-E144-B580-E2D3E840FBB3}"/>
              </a:ext>
            </a:extLst>
          </p:cNvPr>
          <p:cNvSpPr>
            <a:spLocks noGrp="1"/>
          </p:cNvSpPr>
          <p:nvPr>
            <p:ph type="title"/>
          </p:nvPr>
        </p:nvSpPr>
        <p:spPr>
          <a:xfrm>
            <a:off x="337750" y="0"/>
            <a:ext cx="11854248"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A4A5BC-4464-8442-BDA8-9F7089BCA037}"/>
              </a:ext>
            </a:extLst>
          </p:cNvPr>
          <p:cNvSpPr>
            <a:spLocks noGrp="1"/>
          </p:cNvSpPr>
          <p:nvPr>
            <p:ph type="body" idx="1"/>
          </p:nvPr>
        </p:nvSpPr>
        <p:spPr>
          <a:xfrm>
            <a:off x="1234911" y="1544595"/>
            <a:ext cx="10633753" cy="44546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FF60FD06-51C0-9945-9E94-A629CFD05177}"/>
              </a:ext>
            </a:extLst>
          </p:cNvPr>
          <p:cNvCxnSpPr>
            <a:cxnSpLocks/>
          </p:cNvCxnSpPr>
          <p:nvPr/>
        </p:nvCxnSpPr>
        <p:spPr>
          <a:xfrm>
            <a:off x="1206644" y="6367114"/>
            <a:ext cx="10516108" cy="0"/>
          </a:xfrm>
          <a:prstGeom prst="line">
            <a:avLst/>
          </a:prstGeom>
          <a:ln w="12700">
            <a:solidFill>
              <a:srgbClr val="99CBED"/>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E8DA501-7323-0841-91D8-68093E4FFA28}"/>
              </a:ext>
            </a:extLst>
          </p:cNvPr>
          <p:cNvSpPr txBox="1"/>
          <p:nvPr/>
        </p:nvSpPr>
        <p:spPr>
          <a:xfrm>
            <a:off x="9638270" y="6491688"/>
            <a:ext cx="1383956" cy="246221"/>
          </a:xfrm>
          <a:prstGeom prst="rect">
            <a:avLst/>
          </a:prstGeom>
          <a:noFill/>
        </p:spPr>
        <p:txBody>
          <a:bodyPr wrap="square" rtlCol="0">
            <a:spAutoFit/>
          </a:bodyPr>
          <a:lstStyle/>
          <a:p>
            <a:pPr algn="r"/>
            <a:r>
              <a:rPr lang="en-US" sz="1000" spc="100">
                <a:solidFill>
                  <a:srgbClr val="666666"/>
                </a:solidFill>
                <a:latin typeface="Open Sans Light" panose="020B0606030504020204" pitchFamily="34" charset="0"/>
                <a:ea typeface="Open Sans Light" panose="020B0606030504020204" pitchFamily="34" charset="0"/>
                <a:cs typeface="Open Sans Light" panose="020B0606030504020204" pitchFamily="34" charset="0"/>
              </a:rPr>
              <a:t>CONFIDENTIAL</a:t>
            </a:r>
          </a:p>
        </p:txBody>
      </p:sp>
      <p:pic>
        <p:nvPicPr>
          <p:cNvPr id="13" name="Picture 12" descr="A picture containing text&#10;&#10;Description automatically generated">
            <a:extLst>
              <a:ext uri="{FF2B5EF4-FFF2-40B4-BE49-F238E27FC236}">
                <a16:creationId xmlns:a16="http://schemas.microsoft.com/office/drawing/2014/main" id="{1043A2B2-8600-2243-9C90-EFB4CB524FC5}"/>
              </a:ext>
            </a:extLst>
          </p:cNvPr>
          <p:cNvPicPr>
            <a:picLocks noChangeAspect="1"/>
          </p:cNvPicPr>
          <p:nvPr/>
        </p:nvPicPr>
        <p:blipFill>
          <a:blip r:embed="rId48"/>
          <a:stretch>
            <a:fillRect/>
          </a:stretch>
        </p:blipFill>
        <p:spPr>
          <a:xfrm>
            <a:off x="487680" y="6366734"/>
            <a:ext cx="491266" cy="491266"/>
          </a:xfrm>
          <a:prstGeom prst="rect">
            <a:avLst/>
          </a:prstGeom>
        </p:spPr>
      </p:pic>
      <p:sp>
        <p:nvSpPr>
          <p:cNvPr id="5" name="Slide Number Placeholder 4">
            <a:extLst>
              <a:ext uri="{FF2B5EF4-FFF2-40B4-BE49-F238E27FC236}">
                <a16:creationId xmlns:a16="http://schemas.microsoft.com/office/drawing/2014/main" id="{7C8F38B1-9D06-7C42-B044-F3498B6FA3D9}"/>
              </a:ext>
            </a:extLst>
          </p:cNvPr>
          <p:cNvSpPr>
            <a:spLocks noGrp="1"/>
          </p:cNvSpPr>
          <p:nvPr>
            <p:ph type="sldNum" sz="quarter" idx="4"/>
          </p:nvPr>
        </p:nvSpPr>
        <p:spPr>
          <a:xfrm>
            <a:off x="8979551" y="6429802"/>
            <a:ext cx="2743200" cy="365125"/>
          </a:xfrm>
          <a:prstGeom prst="rect">
            <a:avLst/>
          </a:prstGeom>
        </p:spPr>
        <p:txBody>
          <a:bodyPr vert="horz" lIns="91440" tIns="45720" rIns="91440" bIns="45720" rtlCol="0" anchor="ctr"/>
          <a:lstStyle>
            <a:lvl1pPr algn="r">
              <a:defRPr sz="1200" b="1" i="0">
                <a:solidFill>
                  <a:srgbClr val="222222"/>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fld id="{D45F49E2-069C-0B46-AF50-A14B7C4D86C0}" type="slidenum">
              <a:rPr lang="en-US" smtClean="0"/>
              <a:pPr/>
              <a:t>‹#›</a:t>
            </a:fld>
            <a:endParaRPr lang="en-US"/>
          </a:p>
        </p:txBody>
      </p:sp>
    </p:spTree>
    <p:extLst>
      <p:ext uri="{BB962C8B-B14F-4D97-AF65-F5344CB8AC3E}">
        <p14:creationId xmlns:p14="http://schemas.microsoft.com/office/powerpoint/2010/main" val="13811790"/>
      </p:ext>
    </p:extLst>
  </p:cSld>
  <p:clrMap bg1="lt1" tx1="dk1" bg2="lt2" tx2="dk2" accent1="accent1" accent2="accent2" accent3="accent3" accent4="accent4" accent5="accent5" accent6="accent6" hlink="hlink" folHlink="folHlink"/>
  <p:sldLayoutIdLst>
    <p:sldLayoutId id="2147483654" r:id="rId1"/>
    <p:sldLayoutId id="2147483666" r:id="rId2"/>
    <p:sldLayoutId id="2147483696" r:id="rId3"/>
    <p:sldLayoutId id="2147483700" r:id="rId4"/>
    <p:sldLayoutId id="2147483701" r:id="rId5"/>
    <p:sldLayoutId id="2147483702" r:id="rId6"/>
    <p:sldLayoutId id="2147483697" r:id="rId7"/>
    <p:sldLayoutId id="2147484812" r:id="rId8"/>
    <p:sldLayoutId id="2147483698" r:id="rId9"/>
    <p:sldLayoutId id="2147483689" r:id="rId10"/>
    <p:sldLayoutId id="2147483699" r:id="rId11"/>
    <p:sldLayoutId id="2147483704" r:id="rId12"/>
    <p:sldLayoutId id="2147483703" r:id="rId13"/>
    <p:sldLayoutId id="2147484805" r:id="rId14"/>
    <p:sldLayoutId id="2147484807" r:id="rId15"/>
    <p:sldLayoutId id="2147484808" r:id="rId16"/>
    <p:sldLayoutId id="2147484806" r:id="rId17"/>
    <p:sldLayoutId id="2147483668" r:id="rId18"/>
    <p:sldLayoutId id="2147484809" r:id="rId19"/>
    <p:sldLayoutId id="2147483710" r:id="rId20"/>
    <p:sldLayoutId id="2147484802" r:id="rId21"/>
    <p:sldLayoutId id="2147483681" r:id="rId22"/>
    <p:sldLayoutId id="2147483706" r:id="rId23"/>
    <p:sldLayoutId id="2147483712" r:id="rId24"/>
    <p:sldLayoutId id="2147484803" r:id="rId25"/>
    <p:sldLayoutId id="2147484804" r:id="rId26"/>
    <p:sldLayoutId id="2147483707" r:id="rId27"/>
    <p:sldLayoutId id="2147483711" r:id="rId28"/>
    <p:sldLayoutId id="2147483708" r:id="rId29"/>
    <p:sldLayoutId id="2147483709" r:id="rId30"/>
    <p:sldLayoutId id="2147483713" r:id="rId31"/>
    <p:sldLayoutId id="2147483716" r:id="rId32"/>
    <p:sldLayoutId id="2147483717" r:id="rId33"/>
    <p:sldLayoutId id="2147483718" r:id="rId34"/>
    <p:sldLayoutId id="2147484799" r:id="rId35"/>
    <p:sldLayoutId id="2147484800" r:id="rId36"/>
    <p:sldLayoutId id="2147484801" r:id="rId37"/>
    <p:sldLayoutId id="2147483719" r:id="rId38"/>
    <p:sldLayoutId id="2147484810" r:id="rId39"/>
    <p:sldLayoutId id="2147484813" r:id="rId40"/>
    <p:sldLayoutId id="2147483720" r:id="rId41"/>
    <p:sldLayoutId id="2147484811" r:id="rId42"/>
    <p:sldLayoutId id="2147484814" r:id="rId43"/>
    <p:sldLayoutId id="2147483732" r:id="rId44"/>
    <p:sldLayoutId id="2147483733" r:id="rId45"/>
    <p:sldLayoutId id="2147483737"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600" b="1" i="0" kern="1200" cap="none" baseline="0">
          <a:solidFill>
            <a:schemeClr val="tx2"/>
          </a:solidFill>
          <a:latin typeface="Open Sans ExtraBold" panose="020B0606030504020204" pitchFamily="34" charset="0"/>
          <a:ea typeface="Open Sans ExtraBold" panose="020B0606030504020204" pitchFamily="34" charset="0"/>
          <a:cs typeface="Open Sans ExtraBold"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hyperlink" Target="https://fonts.google.com/specimen/Open+Sans" TargetMode="Externa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7F94B-C4C3-1D77-D5D5-A3BC94E55AB4}"/>
              </a:ext>
            </a:extLst>
          </p:cNvPr>
          <p:cNvSpPr>
            <a:spLocks noGrp="1"/>
          </p:cNvSpPr>
          <p:nvPr>
            <p:ph type="title"/>
          </p:nvPr>
        </p:nvSpPr>
        <p:spPr>
          <a:xfrm>
            <a:off x="312313" y="2583873"/>
            <a:ext cx="11196321" cy="1325563"/>
          </a:xfrm>
        </p:spPr>
        <p:txBody>
          <a:bodyPr/>
          <a:lstStyle/>
          <a:p>
            <a:r>
              <a:rPr lang="en-US" dirty="0"/>
              <a:t>Domo Brand Guide</a:t>
            </a:r>
          </a:p>
        </p:txBody>
      </p:sp>
    </p:spTree>
    <p:extLst>
      <p:ext uri="{BB962C8B-B14F-4D97-AF65-F5344CB8AC3E}">
        <p14:creationId xmlns:p14="http://schemas.microsoft.com/office/powerpoint/2010/main" val="400777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CEE4D-E1E2-D806-C411-6F4B44C442AA}"/>
              </a:ext>
            </a:extLst>
          </p:cNvPr>
          <p:cNvSpPr>
            <a:spLocks noGrp="1"/>
          </p:cNvSpPr>
          <p:nvPr>
            <p:ph type="title"/>
          </p:nvPr>
        </p:nvSpPr>
        <p:spPr/>
        <p:txBody>
          <a:bodyPr/>
          <a:lstStyle/>
          <a:p>
            <a:r>
              <a:rPr lang="en-US">
                <a:latin typeface="Open Sans Light" panose="020B0606030504020204" pitchFamily="34" charset="0"/>
                <a:ea typeface="Open Sans Light" panose="020B0606030504020204" pitchFamily="34" charset="0"/>
                <a:cs typeface="Open Sans Light" panose="020B0606030504020204" pitchFamily="34" charset="0"/>
              </a:rPr>
              <a:t>The Domo Colors</a:t>
            </a:r>
          </a:p>
        </p:txBody>
      </p:sp>
      <p:sp>
        <p:nvSpPr>
          <p:cNvPr id="4" name="Slide Number Placeholder 3">
            <a:extLst>
              <a:ext uri="{FF2B5EF4-FFF2-40B4-BE49-F238E27FC236}">
                <a16:creationId xmlns:a16="http://schemas.microsoft.com/office/drawing/2014/main" id="{7A1CF664-914E-2305-1200-AFF98570502F}"/>
              </a:ext>
            </a:extLst>
          </p:cNvPr>
          <p:cNvSpPr>
            <a:spLocks noGrp="1"/>
          </p:cNvSpPr>
          <p:nvPr>
            <p:ph type="sldNum" sz="quarter" idx="4"/>
          </p:nvPr>
        </p:nvSpPr>
        <p:spPr/>
        <p:txBody>
          <a:bodyPr/>
          <a:lstStyle/>
          <a:p>
            <a:fld id="{D45F49E2-069C-0B46-AF50-A14B7C4D86C0}" type="slidenum">
              <a:rPr lang="en-US" smtClean="0"/>
              <a:pPr/>
              <a:t>2</a:t>
            </a:fld>
            <a:endParaRPr lang="en-US"/>
          </a:p>
        </p:txBody>
      </p:sp>
      <p:sp>
        <p:nvSpPr>
          <p:cNvPr id="22" name="TextBox 21">
            <a:extLst>
              <a:ext uri="{FF2B5EF4-FFF2-40B4-BE49-F238E27FC236}">
                <a16:creationId xmlns:a16="http://schemas.microsoft.com/office/drawing/2014/main" id="{251CBF2E-E628-CCFF-8223-8B111E220388}"/>
              </a:ext>
            </a:extLst>
          </p:cNvPr>
          <p:cNvSpPr txBox="1"/>
          <p:nvPr/>
        </p:nvSpPr>
        <p:spPr>
          <a:xfrm>
            <a:off x="493279" y="918140"/>
            <a:ext cx="11229472" cy="938719"/>
          </a:xfrm>
          <a:prstGeom prst="rect">
            <a:avLst/>
          </a:prstGeom>
          <a:noFill/>
        </p:spPr>
        <p:txBody>
          <a:bodyPr wrap="square" lIns="91440" tIns="45720" rIns="91440" bIns="45720" rtlCol="0" anchor="t">
            <a:spAutoFit/>
          </a:bodyPr>
          <a:lstStyle/>
          <a:p>
            <a:br>
              <a:rPr lang="en-US" sz="1100">
                <a:effectLst/>
                <a:latin typeface="Open Sans Light" panose="020B0306030504020204" pitchFamily="34" charset="0"/>
                <a:ea typeface="Open Sans Light" panose="020B0306030504020204" pitchFamily="34" charset="0"/>
                <a:cs typeface="Open Sans Light" panose="020B0306030504020204" pitchFamily="34" charset="0"/>
              </a:rPr>
            </a:br>
            <a:r>
              <a:rPr lang="en-US" sz="1100">
                <a:solidFill>
                  <a:srgbClr val="211D1E"/>
                </a:solidFill>
                <a:latin typeface="Open Sans Light"/>
                <a:ea typeface="Open Sans Light"/>
                <a:cs typeface="Open Sans Light"/>
              </a:rPr>
              <a:t>We embrace a bold and vibrant color palette that radiates energy and ambition. Anchored by Domo Blue and complemented by shades of gray and orange, the Domo color palette forms the foundation of our brand's visual identity. The neutral colors seamlessly blend and offer subtle distinctions, stemming from the grays. Our accent colors work in harmony with Domo Blue, amplifying its impact and injecting visual flair to ensure our messages and ideas stand out.</a:t>
            </a:r>
          </a:p>
          <a:p>
            <a:endParaRPr lang="en-US" sz="1100">
              <a:solidFill>
                <a:srgbClr val="211D1E"/>
              </a:solidFill>
              <a:ea typeface="+mn-lt"/>
              <a:cs typeface="+mn-lt"/>
            </a:endParaRPr>
          </a:p>
        </p:txBody>
      </p:sp>
      <p:sp>
        <p:nvSpPr>
          <p:cNvPr id="27" name="TextBox 26">
            <a:extLst>
              <a:ext uri="{FF2B5EF4-FFF2-40B4-BE49-F238E27FC236}">
                <a16:creationId xmlns:a16="http://schemas.microsoft.com/office/drawing/2014/main" id="{CD01C72E-4CC8-3D34-82FD-6ABC41C2D999}"/>
              </a:ext>
            </a:extLst>
          </p:cNvPr>
          <p:cNvSpPr txBox="1"/>
          <p:nvPr/>
        </p:nvSpPr>
        <p:spPr>
          <a:xfrm>
            <a:off x="470492" y="2054876"/>
            <a:ext cx="3987051" cy="3970318"/>
          </a:xfrm>
          <a:prstGeom prst="rect">
            <a:avLst/>
          </a:prstGeom>
          <a:noFill/>
        </p:spPr>
        <p:txBody>
          <a:bodyPr wrap="square">
            <a:spAutoFit/>
          </a:bodyPr>
          <a:lstStyle/>
          <a:p>
            <a:pPr marL="285750" indent="-285750">
              <a:spcBef>
                <a:spcPts val="600"/>
              </a:spcBef>
              <a:spcAft>
                <a:spcPts val="1200"/>
              </a:spcAft>
              <a:buFont typeface="Arial" panose="020B0604020202020204" pitchFamily="34" charset="0"/>
              <a:buChar char="•"/>
            </a:pPr>
            <a:r>
              <a:rPr lang="en-US" sz="1600" b="1" dirty="0">
                <a:solidFill>
                  <a:srgbClr val="374151"/>
                </a:solidFill>
                <a:latin typeface="Open Sans ExtraBold" panose="020B0606030504020204" pitchFamily="34" charset="0"/>
                <a:ea typeface="Open Sans ExtraBold" panose="020B0606030504020204" pitchFamily="34" charset="0"/>
                <a:cs typeface="Open Sans ExtraBold" panose="020B0606030504020204" pitchFamily="34" charset="0"/>
              </a:rPr>
              <a:t>Domo Blue: </a:t>
            </a:r>
            <a:r>
              <a:rPr lang="en-US" sz="1600" dirty="0">
                <a:solidFill>
                  <a:srgbClr val="211D1E"/>
                </a:solidFill>
                <a:latin typeface="Open Sans Light"/>
                <a:ea typeface="Open Sans Light"/>
                <a:cs typeface="Open Sans Light"/>
              </a:rPr>
              <a:t>Features a captivating shade of light blue that evokes calmness, trust, and reliability. We call this "Domo blue.”</a:t>
            </a:r>
          </a:p>
          <a:p>
            <a:pPr marL="285750" indent="-285750">
              <a:spcBef>
                <a:spcPts val="600"/>
              </a:spcBef>
              <a:spcAft>
                <a:spcPts val="1200"/>
              </a:spcAft>
              <a:buFont typeface="Arial" panose="020B0604020202020204" pitchFamily="34" charset="0"/>
              <a:buChar char="•"/>
            </a:pPr>
            <a:endParaRPr lang="en-US" sz="1600" dirty="0">
              <a:solidFill>
                <a:srgbClr val="374151"/>
              </a:solidFill>
              <a:latin typeface="Open Sans Light" panose="020B0306030504020204" pitchFamily="34" charset="0"/>
              <a:ea typeface="Open Sans Light" panose="020B0306030504020204" pitchFamily="34" charset="0"/>
              <a:cs typeface="Open Sans Light" panose="020B0306030504020204" pitchFamily="34" charset="0"/>
            </a:endParaRPr>
          </a:p>
          <a:p>
            <a:pPr marL="285750" indent="-285750">
              <a:spcBef>
                <a:spcPts val="600"/>
              </a:spcBef>
              <a:spcAft>
                <a:spcPts val="1200"/>
              </a:spcAft>
              <a:buFont typeface="Arial" panose="020B0604020202020204" pitchFamily="34" charset="0"/>
              <a:buChar char="•"/>
            </a:pPr>
            <a:r>
              <a:rPr lang="en-US" sz="1600" b="1" dirty="0">
                <a:solidFill>
                  <a:srgbClr val="374151"/>
                </a:solidFill>
                <a:latin typeface="Open Sans ExtraBold" panose="020B0606030504020204" pitchFamily="34" charset="0"/>
                <a:ea typeface="Open Sans ExtraBold" panose="020B0606030504020204" pitchFamily="34" charset="0"/>
                <a:cs typeface="Open Sans ExtraBold" panose="020B0606030504020204" pitchFamily="34" charset="0"/>
              </a:rPr>
              <a:t>Domo Neutrals: </a:t>
            </a:r>
            <a:r>
              <a:rPr lang="en-US" sz="1600" dirty="0">
                <a:solidFill>
                  <a:srgbClr val="374151"/>
                </a:solidFill>
                <a:latin typeface="Open Sans Light" panose="020B0306030504020204" pitchFamily="34" charset="0"/>
                <a:ea typeface="Open Sans Light" panose="020B0306030504020204" pitchFamily="34" charset="0"/>
                <a:cs typeface="Open Sans Light" panose="020B0306030504020204" pitchFamily="34" charset="0"/>
              </a:rPr>
              <a:t>Supportive gray hues for added visual interest.</a:t>
            </a:r>
          </a:p>
          <a:p>
            <a:pPr marL="285750" indent="-285750">
              <a:spcBef>
                <a:spcPts val="600"/>
              </a:spcBef>
              <a:spcAft>
                <a:spcPts val="1200"/>
              </a:spcAft>
              <a:buFont typeface="Arial" panose="020B0604020202020204" pitchFamily="34" charset="0"/>
              <a:buChar char="•"/>
            </a:pPr>
            <a:endParaRPr lang="en-US" sz="1600" dirty="0">
              <a:solidFill>
                <a:srgbClr val="374151"/>
              </a:solidFill>
              <a:latin typeface="Open Sans Light" panose="020B0306030504020204" pitchFamily="34" charset="0"/>
              <a:ea typeface="Open Sans Light" panose="020B0306030504020204" pitchFamily="34" charset="0"/>
              <a:cs typeface="Open Sans Light" panose="020B0306030504020204" pitchFamily="34" charset="0"/>
            </a:endParaRPr>
          </a:p>
          <a:p>
            <a:pPr marL="285750" indent="-285750">
              <a:spcBef>
                <a:spcPts val="600"/>
              </a:spcBef>
              <a:spcAft>
                <a:spcPts val="1200"/>
              </a:spcAft>
              <a:buFont typeface="Arial" panose="020B0604020202020204" pitchFamily="34" charset="0"/>
              <a:buChar char="•"/>
            </a:pPr>
            <a:r>
              <a:rPr lang="en-US" sz="1600" b="1" dirty="0">
                <a:solidFill>
                  <a:srgbClr val="374151"/>
                </a:solidFill>
                <a:latin typeface="Open Sans ExtraBold" panose="020B0606030504020204" pitchFamily="34" charset="0"/>
                <a:ea typeface="Open Sans ExtraBold" panose="020B0606030504020204" pitchFamily="34" charset="0"/>
                <a:cs typeface="Open Sans ExtraBold" panose="020B0606030504020204" pitchFamily="34" charset="0"/>
              </a:rPr>
              <a:t>Domo Accents: </a:t>
            </a:r>
            <a:r>
              <a:rPr lang="en-US" sz="1600" dirty="0">
                <a:solidFill>
                  <a:srgbClr val="374151"/>
                </a:solidFill>
                <a:latin typeface="Open Sans Light" panose="020B0306030504020204" pitchFamily="34" charset="0"/>
                <a:ea typeface="Open Sans Light" panose="020B0306030504020204" pitchFamily="34" charset="0"/>
                <a:cs typeface="Open Sans Light" panose="020B0306030504020204" pitchFamily="34" charset="0"/>
              </a:rPr>
              <a:t>Complementary shades for enhanced visual appeal. To be used sparingly and never allowed to overpower our Domo Blue. </a:t>
            </a:r>
          </a:p>
        </p:txBody>
      </p:sp>
      <p:sp>
        <p:nvSpPr>
          <p:cNvPr id="3" name="Rectangle 2">
            <a:extLst>
              <a:ext uri="{FF2B5EF4-FFF2-40B4-BE49-F238E27FC236}">
                <a16:creationId xmlns:a16="http://schemas.microsoft.com/office/drawing/2014/main" id="{9D4CAEEA-9746-0DD5-FDFC-D2D2622DB592}"/>
              </a:ext>
            </a:extLst>
          </p:cNvPr>
          <p:cNvSpPr/>
          <p:nvPr/>
        </p:nvSpPr>
        <p:spPr>
          <a:xfrm>
            <a:off x="6254885" y="3576536"/>
            <a:ext cx="959796" cy="957044"/>
          </a:xfrm>
          <a:prstGeom prst="rect">
            <a:avLst/>
          </a:prstGeom>
          <a:solidFill>
            <a:srgbClr val="DCE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87CA9C2-DF39-DE7D-C790-2BE0A15AF76A}"/>
              </a:ext>
            </a:extLst>
          </p:cNvPr>
          <p:cNvSpPr txBox="1"/>
          <p:nvPr/>
        </p:nvSpPr>
        <p:spPr>
          <a:xfrm>
            <a:off x="6618050" y="4539363"/>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DCE4EA</a:t>
            </a:r>
          </a:p>
        </p:txBody>
      </p:sp>
      <p:sp>
        <p:nvSpPr>
          <p:cNvPr id="6" name="TextBox 5">
            <a:extLst>
              <a:ext uri="{FF2B5EF4-FFF2-40B4-BE49-F238E27FC236}">
                <a16:creationId xmlns:a16="http://schemas.microsoft.com/office/drawing/2014/main" id="{75A77373-1C0A-A451-B390-8CFBCDDC71FC}"/>
              </a:ext>
            </a:extLst>
          </p:cNvPr>
          <p:cNvSpPr txBox="1"/>
          <p:nvPr/>
        </p:nvSpPr>
        <p:spPr>
          <a:xfrm>
            <a:off x="5176862" y="4539363"/>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F1F6FA</a:t>
            </a:r>
          </a:p>
        </p:txBody>
      </p:sp>
      <p:sp>
        <p:nvSpPr>
          <p:cNvPr id="9" name="TextBox 8">
            <a:extLst>
              <a:ext uri="{FF2B5EF4-FFF2-40B4-BE49-F238E27FC236}">
                <a16:creationId xmlns:a16="http://schemas.microsoft.com/office/drawing/2014/main" id="{2B28C7F6-EAD9-0DDA-8B40-457FB40DA5E9}"/>
              </a:ext>
            </a:extLst>
          </p:cNvPr>
          <p:cNvSpPr txBox="1"/>
          <p:nvPr/>
        </p:nvSpPr>
        <p:spPr>
          <a:xfrm>
            <a:off x="8049637" y="4539363"/>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B7C1CB</a:t>
            </a:r>
          </a:p>
        </p:txBody>
      </p:sp>
      <p:sp>
        <p:nvSpPr>
          <p:cNvPr id="10" name="TextBox 9">
            <a:extLst>
              <a:ext uri="{FF2B5EF4-FFF2-40B4-BE49-F238E27FC236}">
                <a16:creationId xmlns:a16="http://schemas.microsoft.com/office/drawing/2014/main" id="{1A0DEA7F-88FD-9E06-DBFE-D4BB93C976AD}"/>
              </a:ext>
            </a:extLst>
          </p:cNvPr>
          <p:cNvSpPr txBox="1"/>
          <p:nvPr/>
        </p:nvSpPr>
        <p:spPr>
          <a:xfrm>
            <a:off x="9486025" y="4539363"/>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68737F</a:t>
            </a:r>
          </a:p>
        </p:txBody>
      </p:sp>
      <p:sp>
        <p:nvSpPr>
          <p:cNvPr id="11" name="TextBox 10">
            <a:extLst>
              <a:ext uri="{FF2B5EF4-FFF2-40B4-BE49-F238E27FC236}">
                <a16:creationId xmlns:a16="http://schemas.microsoft.com/office/drawing/2014/main" id="{604074C5-8DB2-ECDE-9D7A-09E8F86732E0}"/>
              </a:ext>
            </a:extLst>
          </p:cNvPr>
          <p:cNvSpPr txBox="1"/>
          <p:nvPr/>
        </p:nvSpPr>
        <p:spPr>
          <a:xfrm>
            <a:off x="10922413" y="4539363"/>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3F454D</a:t>
            </a:r>
          </a:p>
        </p:txBody>
      </p:sp>
      <p:sp>
        <p:nvSpPr>
          <p:cNvPr id="12" name="Rectangle 11">
            <a:extLst>
              <a:ext uri="{FF2B5EF4-FFF2-40B4-BE49-F238E27FC236}">
                <a16:creationId xmlns:a16="http://schemas.microsoft.com/office/drawing/2014/main" id="{62A09987-DE7F-0AC4-5599-9F3BA3D21174}"/>
              </a:ext>
            </a:extLst>
          </p:cNvPr>
          <p:cNvSpPr/>
          <p:nvPr/>
        </p:nvSpPr>
        <p:spPr>
          <a:xfrm>
            <a:off x="4820708" y="3576536"/>
            <a:ext cx="959796" cy="957044"/>
          </a:xfrm>
          <a:prstGeom prst="rect">
            <a:avLst/>
          </a:prstGeom>
          <a:solidFill>
            <a:srgbClr val="F1F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04F667-ADFA-6927-ADA8-E22DEE788A5A}"/>
              </a:ext>
            </a:extLst>
          </p:cNvPr>
          <p:cNvSpPr/>
          <p:nvPr/>
        </p:nvSpPr>
        <p:spPr>
          <a:xfrm>
            <a:off x="7693484" y="3576536"/>
            <a:ext cx="959796" cy="957044"/>
          </a:xfrm>
          <a:prstGeom prst="rect">
            <a:avLst/>
          </a:prstGeom>
          <a:solidFill>
            <a:srgbClr val="B7C1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6B55B86-B632-7834-AA43-64A274171B0A}"/>
              </a:ext>
            </a:extLst>
          </p:cNvPr>
          <p:cNvSpPr/>
          <p:nvPr/>
        </p:nvSpPr>
        <p:spPr>
          <a:xfrm>
            <a:off x="9127661" y="3576536"/>
            <a:ext cx="959796" cy="957044"/>
          </a:xfrm>
          <a:prstGeom prst="rect">
            <a:avLst/>
          </a:prstGeom>
          <a:solidFill>
            <a:srgbClr val="687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5F9DBD-A2C4-A4C4-6D85-7902D1D1DAE3}"/>
              </a:ext>
            </a:extLst>
          </p:cNvPr>
          <p:cNvSpPr/>
          <p:nvPr/>
        </p:nvSpPr>
        <p:spPr>
          <a:xfrm>
            <a:off x="10559248" y="3576536"/>
            <a:ext cx="959796" cy="957044"/>
          </a:xfrm>
          <a:prstGeom prst="rect">
            <a:avLst/>
          </a:prstGeom>
          <a:solidFill>
            <a:srgbClr val="3F45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8CB2C1B-0925-151F-E113-7B6A742C3A62}"/>
              </a:ext>
            </a:extLst>
          </p:cNvPr>
          <p:cNvSpPr/>
          <p:nvPr/>
        </p:nvSpPr>
        <p:spPr>
          <a:xfrm>
            <a:off x="6254885" y="4982816"/>
            <a:ext cx="959796" cy="957044"/>
          </a:xfrm>
          <a:prstGeom prst="rect">
            <a:avLst/>
          </a:prstGeom>
          <a:solidFill>
            <a:srgbClr val="776C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EB36C60-BC3E-017E-844B-0A0F8BEE9FD4}"/>
              </a:ext>
            </a:extLst>
          </p:cNvPr>
          <p:cNvSpPr/>
          <p:nvPr/>
        </p:nvSpPr>
        <p:spPr>
          <a:xfrm>
            <a:off x="4820708" y="4982816"/>
            <a:ext cx="959796" cy="957044"/>
          </a:xfrm>
          <a:prstGeom prst="rect">
            <a:avLst/>
          </a:prstGeom>
          <a:solidFill>
            <a:srgbClr val="FF99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6413F7C-33F0-6BDA-F04D-C5EB7E3D5B41}"/>
              </a:ext>
            </a:extLst>
          </p:cNvPr>
          <p:cNvSpPr/>
          <p:nvPr/>
        </p:nvSpPr>
        <p:spPr>
          <a:xfrm>
            <a:off x="7693484" y="4982816"/>
            <a:ext cx="959796" cy="957044"/>
          </a:xfrm>
          <a:prstGeom prst="rect">
            <a:avLst/>
          </a:prstGeom>
          <a:solidFill>
            <a:srgbClr val="C179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E39D45B-C162-B6CA-A498-E4F728C9ED2C}"/>
              </a:ext>
            </a:extLst>
          </p:cNvPr>
          <p:cNvSpPr/>
          <p:nvPr/>
        </p:nvSpPr>
        <p:spPr>
          <a:xfrm>
            <a:off x="9127661" y="4982816"/>
            <a:ext cx="959796" cy="957044"/>
          </a:xfrm>
          <a:prstGeom prst="rect">
            <a:avLst/>
          </a:prstGeom>
          <a:solidFill>
            <a:srgbClr val="ECA4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3B9AAD5-5BDF-506C-1588-6AB09F21E658}"/>
              </a:ext>
            </a:extLst>
          </p:cNvPr>
          <p:cNvSpPr/>
          <p:nvPr/>
        </p:nvSpPr>
        <p:spPr>
          <a:xfrm>
            <a:off x="10559248" y="4982816"/>
            <a:ext cx="959796" cy="957044"/>
          </a:xfrm>
          <a:prstGeom prst="rect">
            <a:avLst/>
          </a:prstGeom>
          <a:solidFill>
            <a:srgbClr val="ADD4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E5A37DB-57B6-EE63-0447-469266D8289F}"/>
              </a:ext>
            </a:extLst>
          </p:cNvPr>
          <p:cNvSpPr txBox="1"/>
          <p:nvPr/>
        </p:nvSpPr>
        <p:spPr>
          <a:xfrm>
            <a:off x="6638386" y="5966136"/>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776CB0</a:t>
            </a:r>
          </a:p>
        </p:txBody>
      </p:sp>
      <p:sp>
        <p:nvSpPr>
          <p:cNvPr id="24" name="TextBox 23">
            <a:extLst>
              <a:ext uri="{FF2B5EF4-FFF2-40B4-BE49-F238E27FC236}">
                <a16:creationId xmlns:a16="http://schemas.microsoft.com/office/drawing/2014/main" id="{96257FA0-52C9-B1B1-8EEE-3F1DFBC76A7B}"/>
              </a:ext>
            </a:extLst>
          </p:cNvPr>
          <p:cNvSpPr txBox="1"/>
          <p:nvPr/>
        </p:nvSpPr>
        <p:spPr>
          <a:xfrm>
            <a:off x="5197198" y="5966136"/>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FF9922</a:t>
            </a:r>
          </a:p>
        </p:txBody>
      </p:sp>
      <p:sp>
        <p:nvSpPr>
          <p:cNvPr id="25" name="TextBox 24">
            <a:extLst>
              <a:ext uri="{FF2B5EF4-FFF2-40B4-BE49-F238E27FC236}">
                <a16:creationId xmlns:a16="http://schemas.microsoft.com/office/drawing/2014/main" id="{B8EAEC90-B083-AD97-0F7C-BCE7406CDC48}"/>
              </a:ext>
            </a:extLst>
          </p:cNvPr>
          <p:cNvSpPr txBox="1"/>
          <p:nvPr/>
        </p:nvSpPr>
        <p:spPr>
          <a:xfrm>
            <a:off x="8069973" y="5966136"/>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C179BD</a:t>
            </a:r>
          </a:p>
        </p:txBody>
      </p:sp>
      <p:sp>
        <p:nvSpPr>
          <p:cNvPr id="26" name="TextBox 25">
            <a:extLst>
              <a:ext uri="{FF2B5EF4-FFF2-40B4-BE49-F238E27FC236}">
                <a16:creationId xmlns:a16="http://schemas.microsoft.com/office/drawing/2014/main" id="{76BCD7D4-2CFC-FA6C-ED6E-D1BD585D06CB}"/>
              </a:ext>
            </a:extLst>
          </p:cNvPr>
          <p:cNvSpPr txBox="1"/>
          <p:nvPr/>
        </p:nvSpPr>
        <p:spPr>
          <a:xfrm>
            <a:off x="9506361" y="5966136"/>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ECA4DD</a:t>
            </a:r>
          </a:p>
        </p:txBody>
      </p:sp>
      <p:sp>
        <p:nvSpPr>
          <p:cNvPr id="28" name="TextBox 27">
            <a:extLst>
              <a:ext uri="{FF2B5EF4-FFF2-40B4-BE49-F238E27FC236}">
                <a16:creationId xmlns:a16="http://schemas.microsoft.com/office/drawing/2014/main" id="{9C307C24-2470-7CC7-DF29-A0899FE16683}"/>
              </a:ext>
            </a:extLst>
          </p:cNvPr>
          <p:cNvSpPr txBox="1"/>
          <p:nvPr/>
        </p:nvSpPr>
        <p:spPr>
          <a:xfrm>
            <a:off x="10942749" y="5966136"/>
            <a:ext cx="677695" cy="192360"/>
          </a:xfrm>
          <a:prstGeom prst="rect">
            <a:avLst/>
          </a:prstGeom>
          <a:solidFill>
            <a:schemeClr val="bg1"/>
          </a:solidFill>
        </p:spPr>
        <p:txBody>
          <a:bodyPr wrap="square" rtlCol="0">
            <a:spAutoFit/>
          </a:bodyPr>
          <a:lstStyle/>
          <a:p>
            <a:pPr algn="r"/>
            <a:r>
              <a:rPr lang="en-US" sz="650" dirty="0">
                <a:latin typeface="Open Sans Light" panose="020B0306030504020204" pitchFamily="34" charset="0"/>
                <a:ea typeface="Open Sans Light" panose="020B0306030504020204" pitchFamily="34" charset="0"/>
                <a:cs typeface="Open Sans Light" panose="020B0306030504020204" pitchFamily="34" charset="0"/>
              </a:rPr>
              <a:t>HEX ADD4C1</a:t>
            </a:r>
          </a:p>
        </p:txBody>
      </p:sp>
      <p:sp>
        <p:nvSpPr>
          <p:cNvPr id="29" name="TextBox 28">
            <a:extLst>
              <a:ext uri="{FF2B5EF4-FFF2-40B4-BE49-F238E27FC236}">
                <a16:creationId xmlns:a16="http://schemas.microsoft.com/office/drawing/2014/main" id="{DB32BBA2-0B79-B031-8E3D-CE0A9D7D5116}"/>
              </a:ext>
            </a:extLst>
          </p:cNvPr>
          <p:cNvSpPr txBox="1"/>
          <p:nvPr/>
        </p:nvSpPr>
        <p:spPr>
          <a:xfrm>
            <a:off x="5785077" y="2068771"/>
            <a:ext cx="1024671" cy="592470"/>
          </a:xfrm>
          <a:prstGeom prst="rect">
            <a:avLst/>
          </a:prstGeom>
          <a:solidFill>
            <a:schemeClr val="bg1"/>
          </a:solidFill>
        </p:spPr>
        <p:txBody>
          <a:bodyPr wrap="square" rtlCol="0">
            <a:spAutoFit/>
          </a:bodyPr>
          <a:lstStyle/>
          <a:p>
            <a:r>
              <a:rPr lang="en-US" sz="650" b="1" dirty="0">
                <a:latin typeface="Open Sans" panose="020B0606030504020204" pitchFamily="34" charset="0"/>
                <a:ea typeface="Open Sans" panose="020B0606030504020204" pitchFamily="34" charset="0"/>
                <a:cs typeface="Open Sans" panose="020B0606030504020204" pitchFamily="34" charset="0"/>
              </a:rPr>
              <a:t>DOMO BLUE</a:t>
            </a:r>
          </a:p>
          <a:p>
            <a:r>
              <a:rPr lang="en-US" sz="650" b="1" dirty="0">
                <a:latin typeface="Open Sans SemiBold" panose="020B0606030504020204" pitchFamily="34" charset="0"/>
                <a:ea typeface="Open Sans SemiBold" panose="020B0606030504020204" pitchFamily="34" charset="0"/>
                <a:cs typeface="Open Sans SemiBold" panose="020B0606030504020204" pitchFamily="34" charset="0"/>
              </a:rPr>
              <a:t>Pantone</a:t>
            </a:r>
            <a:r>
              <a:rPr lang="en-US" sz="650" dirty="0">
                <a:latin typeface="Open Sans Light" panose="020B0306030504020204" pitchFamily="34" charset="0"/>
                <a:ea typeface="Open Sans Light" panose="020B0306030504020204" pitchFamily="34" charset="0"/>
                <a:cs typeface="Open Sans Light" panose="020B0306030504020204" pitchFamily="34" charset="0"/>
              </a:rPr>
              <a:t> 291 C</a:t>
            </a:r>
          </a:p>
          <a:p>
            <a:r>
              <a:rPr lang="en-US" sz="650" b="1" dirty="0">
                <a:latin typeface="Open Sans SemiBold" panose="020B0606030504020204" pitchFamily="34" charset="0"/>
                <a:ea typeface="Open Sans SemiBold" panose="020B0606030504020204" pitchFamily="34" charset="0"/>
                <a:cs typeface="Open Sans SemiBold" panose="020B0606030504020204" pitchFamily="34" charset="0"/>
              </a:rPr>
              <a:t>CMYK </a:t>
            </a:r>
            <a:r>
              <a:rPr lang="en-US" sz="650" dirty="0">
                <a:latin typeface="Open Sans Light" panose="020B0306030504020204" pitchFamily="34" charset="0"/>
                <a:ea typeface="Open Sans Light" panose="020B0306030504020204" pitchFamily="34" charset="0"/>
                <a:cs typeface="Open Sans Light" panose="020B0306030504020204" pitchFamily="34" charset="0"/>
              </a:rPr>
              <a:t>37, 6, 1, 0</a:t>
            </a:r>
          </a:p>
          <a:p>
            <a:r>
              <a:rPr lang="en-US" sz="650" b="1" dirty="0">
                <a:latin typeface="Open Sans SemiBold" panose="020B0606030504020204" pitchFamily="34" charset="0"/>
                <a:ea typeface="Open Sans SemiBold" panose="020B0606030504020204" pitchFamily="34" charset="0"/>
                <a:cs typeface="Open Sans SemiBold" panose="020B0606030504020204" pitchFamily="34" charset="0"/>
              </a:rPr>
              <a:t>RGB</a:t>
            </a:r>
            <a:r>
              <a:rPr lang="en-US" sz="650" dirty="0">
                <a:latin typeface="Open Sans Light" panose="020B0306030504020204" pitchFamily="34" charset="0"/>
                <a:ea typeface="Open Sans Light" panose="020B0306030504020204" pitchFamily="34" charset="0"/>
                <a:cs typeface="Open Sans Light" panose="020B0306030504020204" pitchFamily="34" charset="0"/>
              </a:rPr>
              <a:t> 152, 304, 238</a:t>
            </a:r>
          </a:p>
          <a:p>
            <a:r>
              <a:rPr lang="en-US" sz="650" b="1" dirty="0">
                <a:latin typeface="Open Sans SemiBold" panose="020B0606030504020204" pitchFamily="34" charset="0"/>
                <a:ea typeface="Open Sans SemiBold" panose="020B0606030504020204" pitchFamily="34" charset="0"/>
                <a:cs typeface="Open Sans SemiBold" panose="020B0606030504020204" pitchFamily="34" charset="0"/>
              </a:rPr>
              <a:t>HEX</a:t>
            </a:r>
            <a:r>
              <a:rPr lang="en-US" sz="650" dirty="0">
                <a:latin typeface="Open Sans Light" panose="020B0306030504020204" pitchFamily="34" charset="0"/>
                <a:ea typeface="Open Sans Light" panose="020B0306030504020204" pitchFamily="34" charset="0"/>
                <a:cs typeface="Open Sans Light" panose="020B0306030504020204" pitchFamily="34" charset="0"/>
              </a:rPr>
              <a:t> 99CCEE</a:t>
            </a:r>
          </a:p>
        </p:txBody>
      </p:sp>
      <p:sp>
        <p:nvSpPr>
          <p:cNvPr id="30" name="Rectangle 29">
            <a:extLst>
              <a:ext uri="{FF2B5EF4-FFF2-40B4-BE49-F238E27FC236}">
                <a16:creationId xmlns:a16="http://schemas.microsoft.com/office/drawing/2014/main" id="{C22A02FD-50FB-3BD4-3E86-C3F5AE8D4287}"/>
              </a:ext>
            </a:extLst>
          </p:cNvPr>
          <p:cNvSpPr/>
          <p:nvPr/>
        </p:nvSpPr>
        <p:spPr>
          <a:xfrm>
            <a:off x="4820708" y="2087454"/>
            <a:ext cx="959796" cy="957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015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493B9-22B7-0532-2FCA-BFC6FE4ADB0E}"/>
              </a:ext>
            </a:extLst>
          </p:cNvPr>
          <p:cNvSpPr>
            <a:spLocks noGrp="1"/>
          </p:cNvSpPr>
          <p:nvPr>
            <p:ph type="title"/>
          </p:nvPr>
        </p:nvSpPr>
        <p:spPr/>
        <p:txBody>
          <a:bodyPr/>
          <a:lstStyle/>
          <a:p>
            <a:r>
              <a:rPr lang="en-US">
                <a:latin typeface="Open Sans Light" panose="020B0606030504020204" pitchFamily="34" charset="0"/>
                <a:ea typeface="Open Sans Light" panose="020B0606030504020204" pitchFamily="34" charset="0"/>
                <a:cs typeface="Open Sans Light" panose="020B0606030504020204" pitchFamily="34" charset="0"/>
              </a:rPr>
              <a:t>The Domo Font</a:t>
            </a:r>
          </a:p>
        </p:txBody>
      </p:sp>
      <p:sp>
        <p:nvSpPr>
          <p:cNvPr id="3" name="Content Placeholder 2">
            <a:extLst>
              <a:ext uri="{FF2B5EF4-FFF2-40B4-BE49-F238E27FC236}">
                <a16:creationId xmlns:a16="http://schemas.microsoft.com/office/drawing/2014/main" id="{14D508F9-2EB9-B241-6D79-0ADC6C7D28F5}"/>
              </a:ext>
            </a:extLst>
          </p:cNvPr>
          <p:cNvSpPr>
            <a:spLocks noGrp="1"/>
          </p:cNvSpPr>
          <p:nvPr>
            <p:ph idx="1"/>
          </p:nvPr>
        </p:nvSpPr>
        <p:spPr>
          <a:xfrm>
            <a:off x="5304817" y="1645920"/>
            <a:ext cx="6201638" cy="4470945"/>
          </a:xfrm>
        </p:spPr>
        <p:txBody>
          <a:bodyPr vert="horz" lIns="91440" tIns="45720" rIns="91440" bIns="45720" numCol="1" spcCol="457200" rtlCol="0" anchor="t">
            <a:normAutofit fontScale="55000" lnSpcReduction="20000"/>
          </a:bodyPr>
          <a:lstStyle/>
          <a:p>
            <a:pPr>
              <a:lnSpc>
                <a:spcPct val="120000"/>
              </a:lnSpc>
              <a:spcBef>
                <a:spcPts val="0"/>
              </a:spcBef>
              <a:spcAft>
                <a:spcPts val="400"/>
              </a:spcAft>
            </a:pPr>
            <a:r>
              <a:rPr lang="en-US" sz="2200" dirty="0">
                <a:solidFill>
                  <a:srgbClr val="211D1E"/>
                </a:solidFill>
                <a:latin typeface="Open Sans Light"/>
                <a:ea typeface="Open Sans Light"/>
                <a:cs typeface="Open Sans Light"/>
              </a:rPr>
              <a:t>We use Open Sans for our primary font. The font is simple and elegant, representing the sophisticated approach to the style of our creative work. Below are general guidelines for using Open Sans.</a:t>
            </a:r>
          </a:p>
          <a:p>
            <a:pPr>
              <a:lnSpc>
                <a:spcPct val="120000"/>
              </a:lnSpc>
              <a:spcBef>
                <a:spcPts val="200"/>
              </a:spcBef>
              <a:spcAft>
                <a:spcPts val="600"/>
              </a:spcAft>
            </a:pPr>
            <a:endParaRPr lang="en-US" sz="5400" b="1" dirty="0">
              <a:solidFill>
                <a:srgbClr val="211D1E"/>
              </a:solidFill>
            </a:endParaRPr>
          </a:p>
          <a:p>
            <a:pPr>
              <a:lnSpc>
                <a:spcPct val="120000"/>
              </a:lnSpc>
              <a:spcBef>
                <a:spcPts val="200"/>
              </a:spcBef>
              <a:spcAft>
                <a:spcPts val="600"/>
              </a:spcAft>
            </a:pPr>
            <a:r>
              <a:rPr lang="en-US" sz="5400" b="1" dirty="0">
                <a:solidFill>
                  <a:srgbClr val="211D1E"/>
                </a:solidFill>
                <a:latin typeface="Open Sans ExtraBold"/>
                <a:ea typeface="Open Sans ExtraBold"/>
                <a:cs typeface="Open Sans ExtraBold"/>
              </a:rPr>
              <a:t>Open Sans Bold </a:t>
            </a:r>
            <a:endParaRPr lang="en-US" sz="5400" b="1" dirty="0">
              <a:latin typeface="Open Sans ExtraBold"/>
              <a:ea typeface="Open Sans ExtraBold"/>
              <a:cs typeface="Open Sans ExtraBold"/>
            </a:endParaRPr>
          </a:p>
          <a:p>
            <a:pPr>
              <a:lnSpc>
                <a:spcPct val="120000"/>
              </a:lnSpc>
              <a:spcBef>
                <a:spcPts val="200"/>
              </a:spcBef>
              <a:spcAft>
                <a:spcPts val="600"/>
              </a:spcAft>
            </a:pPr>
            <a:r>
              <a:rPr lang="en-US" sz="1600" dirty="0">
                <a:solidFill>
                  <a:srgbClr val="211D1E"/>
                </a:solidFill>
                <a:latin typeface="Open Sans Light"/>
                <a:ea typeface="Open Sans Light"/>
                <a:cs typeface="Open Sans Light"/>
              </a:rPr>
              <a:t>is usually used for titles. </a:t>
            </a:r>
          </a:p>
          <a:p>
            <a:pPr>
              <a:lnSpc>
                <a:spcPct val="120000"/>
              </a:lnSpc>
              <a:spcBef>
                <a:spcPts val="200"/>
              </a:spcBef>
              <a:spcAft>
                <a:spcPts val="600"/>
              </a:spcAft>
            </a:pPr>
            <a:endParaRPr lang="en-US" sz="3200" dirty="0"/>
          </a:p>
          <a:p>
            <a:pPr>
              <a:lnSpc>
                <a:spcPct val="120000"/>
              </a:lnSpc>
              <a:spcBef>
                <a:spcPts val="200"/>
              </a:spcBef>
              <a:spcAft>
                <a:spcPts val="600"/>
              </a:spcAft>
            </a:pPr>
            <a:r>
              <a:rPr lang="en-US" sz="4400" dirty="0">
                <a:solidFill>
                  <a:srgbClr val="211D1E"/>
                </a:solidFill>
                <a:latin typeface="Open Sans Light"/>
                <a:ea typeface="Open Sans Light"/>
                <a:cs typeface="Open Sans Light"/>
              </a:rPr>
              <a:t>Open Sans Light</a:t>
            </a:r>
          </a:p>
          <a:p>
            <a:pPr>
              <a:lnSpc>
                <a:spcPct val="120000"/>
              </a:lnSpc>
              <a:spcBef>
                <a:spcPts val="200"/>
              </a:spcBef>
              <a:spcAft>
                <a:spcPts val="600"/>
              </a:spcAft>
            </a:pPr>
            <a:r>
              <a:rPr lang="en-US" sz="1600" dirty="0">
                <a:solidFill>
                  <a:srgbClr val="211D1E"/>
                </a:solidFill>
                <a:latin typeface="Open Sans Light"/>
                <a:ea typeface="Open Sans Light"/>
                <a:cs typeface="Open Sans Light"/>
              </a:rPr>
              <a:t>is usually used for subtitles.</a:t>
            </a:r>
            <a:r>
              <a:rPr lang="en-US" dirty="0">
                <a:solidFill>
                  <a:srgbClr val="211D1E"/>
                </a:solidFill>
                <a:latin typeface="Open Sans Light"/>
                <a:ea typeface="Open Sans Light"/>
                <a:cs typeface="Open Sans Light"/>
              </a:rPr>
              <a:t> </a:t>
            </a:r>
          </a:p>
          <a:p>
            <a:pPr>
              <a:lnSpc>
                <a:spcPct val="120000"/>
              </a:lnSpc>
              <a:spcBef>
                <a:spcPts val="200"/>
              </a:spcBef>
              <a:spcAft>
                <a:spcPts val="600"/>
              </a:spcAft>
            </a:pPr>
            <a:endParaRPr lang="en-US" sz="3200" dirty="0">
              <a:solidFill>
                <a:srgbClr val="211D1E"/>
              </a:solidFill>
            </a:endParaRPr>
          </a:p>
          <a:p>
            <a:pPr>
              <a:lnSpc>
                <a:spcPct val="120000"/>
              </a:lnSpc>
              <a:spcBef>
                <a:spcPts val="200"/>
              </a:spcBef>
              <a:spcAft>
                <a:spcPts val="600"/>
              </a:spcAft>
            </a:pPr>
            <a:r>
              <a:rPr lang="en-US" sz="2600" dirty="0">
                <a:solidFill>
                  <a:srgbClr val="211D1E"/>
                </a:solidFill>
                <a:latin typeface="Open Sans Light"/>
                <a:ea typeface="Open Sans Light"/>
                <a:cs typeface="Open Sans Light"/>
              </a:rPr>
              <a:t>Open Sans Regular</a:t>
            </a:r>
          </a:p>
          <a:p>
            <a:pPr>
              <a:lnSpc>
                <a:spcPct val="120000"/>
              </a:lnSpc>
              <a:spcBef>
                <a:spcPts val="200"/>
              </a:spcBef>
              <a:spcAft>
                <a:spcPts val="600"/>
              </a:spcAft>
            </a:pPr>
            <a:r>
              <a:rPr lang="en-US" sz="1600" dirty="0">
                <a:solidFill>
                  <a:srgbClr val="211D1E"/>
                </a:solidFill>
                <a:latin typeface="Open Sans Light"/>
                <a:ea typeface="Open Sans Light"/>
                <a:cs typeface="Open Sans Light"/>
              </a:rPr>
              <a:t>Is usually used for body copy. </a:t>
            </a:r>
            <a:endParaRPr lang="en-US" sz="1600" dirty="0">
              <a:solidFill>
                <a:srgbClr val="211D1E"/>
              </a:solidFill>
            </a:endParaRPr>
          </a:p>
          <a:p>
            <a:endParaRPr lang="en-US" dirty="0"/>
          </a:p>
        </p:txBody>
      </p:sp>
      <p:sp>
        <p:nvSpPr>
          <p:cNvPr id="4" name="Slide Number Placeholder 3">
            <a:extLst>
              <a:ext uri="{FF2B5EF4-FFF2-40B4-BE49-F238E27FC236}">
                <a16:creationId xmlns:a16="http://schemas.microsoft.com/office/drawing/2014/main" id="{E868AC29-B893-BEF1-0935-47035FF20CE9}"/>
              </a:ext>
            </a:extLst>
          </p:cNvPr>
          <p:cNvSpPr>
            <a:spLocks noGrp="1"/>
          </p:cNvSpPr>
          <p:nvPr>
            <p:ph type="sldNum" sz="quarter" idx="4"/>
          </p:nvPr>
        </p:nvSpPr>
        <p:spPr/>
        <p:txBody>
          <a:bodyPr/>
          <a:lstStyle/>
          <a:p>
            <a:fld id="{D45F49E2-069C-0B46-AF50-A14B7C4D86C0}" type="slidenum">
              <a:rPr lang="en-US" smtClean="0"/>
              <a:pPr/>
              <a:t>3</a:t>
            </a:fld>
            <a:endParaRPr lang="en-US"/>
          </a:p>
        </p:txBody>
      </p:sp>
      <p:sp>
        <p:nvSpPr>
          <p:cNvPr id="5" name="TextBox 4">
            <a:extLst>
              <a:ext uri="{FF2B5EF4-FFF2-40B4-BE49-F238E27FC236}">
                <a16:creationId xmlns:a16="http://schemas.microsoft.com/office/drawing/2014/main" id="{00F86E5C-7929-2378-6395-42060B50F7D1}"/>
              </a:ext>
            </a:extLst>
          </p:cNvPr>
          <p:cNvSpPr txBox="1"/>
          <p:nvPr/>
        </p:nvSpPr>
        <p:spPr>
          <a:xfrm>
            <a:off x="316116" y="1603845"/>
            <a:ext cx="4493258" cy="2277547"/>
          </a:xfrm>
          <a:prstGeom prst="rect">
            <a:avLst/>
          </a:prstGeom>
          <a:noFill/>
          <a:ln>
            <a:noFill/>
          </a:ln>
        </p:spPr>
        <p:txBody>
          <a:bodyPr wrap="square" lIns="91440" tIns="45720" rIns="91440" bIns="45720" rtlCol="0" anchor="t">
            <a:spAutoFit/>
          </a:bodyPr>
          <a:lstStyle/>
          <a:p>
            <a:r>
              <a:rPr lang="en-US" sz="4400" dirty="0">
                <a:solidFill>
                  <a:srgbClr val="211D1E"/>
                </a:solidFill>
                <a:effectLst/>
                <a:latin typeface="Open Sans Light"/>
                <a:ea typeface="Open Sans Light"/>
                <a:cs typeface="Open Sans Light"/>
              </a:rPr>
              <a:t>Open Sans</a:t>
            </a:r>
          </a:p>
          <a:p>
            <a:r>
              <a:rPr lang="en-US" sz="1400" dirty="0">
                <a:solidFill>
                  <a:srgbClr val="211D1E"/>
                </a:solidFill>
                <a:effectLst/>
                <a:latin typeface="Open Sans Light"/>
                <a:ea typeface="Open Sans Light"/>
                <a:cs typeface="Open Sans Light"/>
              </a:rPr>
              <a:t>Light | Regular | </a:t>
            </a:r>
            <a:r>
              <a:rPr lang="en-US" sz="1400" dirty="0" err="1">
                <a:solidFill>
                  <a:srgbClr val="211D1E"/>
                </a:solidFill>
                <a:effectLst/>
                <a:latin typeface="Open Sans Semibold"/>
                <a:ea typeface="Open Sans Semibold"/>
                <a:cs typeface="Open Sans Semibold"/>
              </a:rPr>
              <a:t>Semibold</a:t>
            </a:r>
            <a:r>
              <a:rPr lang="en-US" sz="1400" b="1" dirty="0">
                <a:solidFill>
                  <a:srgbClr val="211D1E"/>
                </a:solidFill>
                <a:effectLst/>
                <a:latin typeface="Open Sans ExtraBold"/>
                <a:ea typeface="Open Sans ExtraBold"/>
                <a:cs typeface="Open Sans ExtraBold"/>
              </a:rPr>
              <a:t> </a:t>
            </a:r>
            <a:r>
              <a:rPr lang="en-US" sz="1400" dirty="0">
                <a:solidFill>
                  <a:srgbClr val="211D1E"/>
                </a:solidFill>
                <a:effectLst/>
                <a:latin typeface="Open Sans Light"/>
                <a:ea typeface="Open Sans Light"/>
                <a:cs typeface="Open Sans Light"/>
              </a:rPr>
              <a:t>| </a:t>
            </a:r>
            <a:r>
              <a:rPr lang="en-US" sz="1400" b="1" dirty="0">
                <a:solidFill>
                  <a:srgbClr val="211D1E"/>
                </a:solidFill>
                <a:effectLst/>
                <a:latin typeface="Open Sans ExtraBold"/>
                <a:ea typeface="Open Sans ExtraBold"/>
                <a:cs typeface="Open Sans ExtraBold"/>
              </a:rPr>
              <a:t>Bold </a:t>
            </a:r>
            <a:r>
              <a:rPr lang="en-US" sz="1400" dirty="0">
                <a:solidFill>
                  <a:srgbClr val="211D1E"/>
                </a:solidFill>
                <a:effectLst/>
                <a:latin typeface="Open Sans Light"/>
                <a:ea typeface="Open Sans Light"/>
                <a:cs typeface="Open Sans Light"/>
              </a:rPr>
              <a:t>| </a:t>
            </a:r>
            <a:r>
              <a:rPr lang="en-US" sz="1400" b="1" dirty="0">
                <a:solidFill>
                  <a:srgbClr val="211D1E"/>
                </a:solidFill>
                <a:effectLst/>
                <a:latin typeface="Open Sans ExtraBold"/>
                <a:ea typeface="Open Sans ExtraBold"/>
                <a:cs typeface="Open Sans ExtraBold"/>
              </a:rPr>
              <a:t>Extrabold</a:t>
            </a:r>
          </a:p>
          <a:p>
            <a:endParaRPr lang="en-US" sz="900" dirty="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endParaRPr>
          </a:p>
          <a:p>
            <a:r>
              <a:rPr lang="en-US" sz="900" dirty="0">
                <a:solidFill>
                  <a:srgbClr val="211D1E"/>
                </a:solidFill>
                <a:latin typeface="Open Sans Light"/>
                <a:ea typeface="Open Sans Light"/>
                <a:cs typeface="Open Sans Light"/>
              </a:rPr>
              <a:t>Download </a:t>
            </a:r>
            <a:r>
              <a:rPr lang="en-US" sz="900" dirty="0">
                <a:solidFill>
                  <a:srgbClr val="211D1E"/>
                </a:solidFill>
                <a:latin typeface="Open Sans Light"/>
                <a:ea typeface="Open Sans Light"/>
                <a:cs typeface="Open Sans Light"/>
                <a:hlinkClick r:id="rId2"/>
              </a:rPr>
              <a:t>HERE</a:t>
            </a:r>
            <a:endParaRPr lang="en-US" sz="900" dirty="0">
              <a:solidFill>
                <a:srgbClr val="211D1E"/>
              </a:solidFill>
              <a:latin typeface="Open Sans Light"/>
              <a:ea typeface="Open Sans Light"/>
              <a:cs typeface="Open Sans Light"/>
            </a:endParaRPr>
          </a:p>
          <a:p>
            <a:endParaRPr lang="en-US" sz="1600" dirty="0">
              <a:solidFill>
                <a:srgbClr val="211D1E"/>
              </a:solidFill>
              <a:effectLst/>
              <a:latin typeface="Open Sans Light" panose="020B0606030504020204" pitchFamily="34" charset="0"/>
            </a:endParaRPr>
          </a:p>
          <a:p>
            <a:r>
              <a:rPr lang="en-US" sz="3200" dirty="0">
                <a:solidFill>
                  <a:srgbClr val="211D1E"/>
                </a:solidFill>
                <a:latin typeface="Open Sans Light"/>
                <a:ea typeface="Open Sans Light"/>
                <a:cs typeface="Open Sans Light"/>
              </a:rPr>
              <a:t>  </a:t>
            </a:r>
            <a:endParaRPr lang="en-US" sz="3200" dirty="0">
              <a:solidFill>
                <a:srgbClr val="211D1E"/>
              </a:solidFill>
              <a:effectLst/>
              <a:latin typeface="Open Sans Light" panose="020B0606030504020204" pitchFamily="34" charset="0"/>
              <a:ea typeface="Open Sans Light"/>
              <a:cs typeface="Open Sans Light"/>
            </a:endParaRPr>
          </a:p>
          <a:p>
            <a:endParaRPr lang="en-US" dirty="0"/>
          </a:p>
        </p:txBody>
      </p:sp>
      <p:cxnSp>
        <p:nvCxnSpPr>
          <p:cNvPr id="7" name="Straight Connector 6">
            <a:extLst>
              <a:ext uri="{FF2B5EF4-FFF2-40B4-BE49-F238E27FC236}">
                <a16:creationId xmlns:a16="http://schemas.microsoft.com/office/drawing/2014/main" id="{EAEC1BA7-1EC7-BA8F-8DA4-81E4AD18D3D7}"/>
              </a:ext>
            </a:extLst>
          </p:cNvPr>
          <p:cNvCxnSpPr/>
          <p:nvPr/>
        </p:nvCxnSpPr>
        <p:spPr>
          <a:xfrm>
            <a:off x="4974521" y="1645920"/>
            <a:ext cx="0" cy="428017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0EDF494-F762-5DFF-4817-3A221244EFF2}"/>
              </a:ext>
            </a:extLst>
          </p:cNvPr>
          <p:cNvSpPr/>
          <p:nvPr/>
        </p:nvSpPr>
        <p:spPr>
          <a:xfrm>
            <a:off x="4926675" y="1645920"/>
            <a:ext cx="86604" cy="428017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889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14CE6-BBF4-4EF8-9531-D7EBD1871EA7}"/>
              </a:ext>
            </a:extLst>
          </p:cNvPr>
          <p:cNvSpPr>
            <a:spLocks noGrp="1"/>
          </p:cNvSpPr>
          <p:nvPr>
            <p:ph type="title"/>
          </p:nvPr>
        </p:nvSpPr>
        <p:spPr/>
        <p:txBody>
          <a:bodyPr/>
          <a:lstStyle/>
          <a:p>
            <a:r>
              <a:rPr lang="en-US">
                <a:latin typeface="Open Sans Light" panose="020B0606030504020204" pitchFamily="34" charset="0"/>
                <a:ea typeface="Open Sans Light" panose="020B0606030504020204" pitchFamily="34" charset="0"/>
                <a:cs typeface="Open Sans Light" panose="020B0606030504020204" pitchFamily="34" charset="0"/>
              </a:rPr>
              <a:t>The Domo Logo</a:t>
            </a:r>
          </a:p>
        </p:txBody>
      </p:sp>
      <p:sp>
        <p:nvSpPr>
          <p:cNvPr id="4" name="Slide Number Placeholder 3">
            <a:extLst>
              <a:ext uri="{FF2B5EF4-FFF2-40B4-BE49-F238E27FC236}">
                <a16:creationId xmlns:a16="http://schemas.microsoft.com/office/drawing/2014/main" id="{265B29F8-1C65-66EC-27F9-AC7A5731CFB7}"/>
              </a:ext>
            </a:extLst>
          </p:cNvPr>
          <p:cNvSpPr>
            <a:spLocks noGrp="1"/>
          </p:cNvSpPr>
          <p:nvPr>
            <p:ph type="sldNum" sz="quarter" idx="4"/>
          </p:nvPr>
        </p:nvSpPr>
        <p:spPr/>
        <p:txBody>
          <a:bodyPr/>
          <a:lstStyle/>
          <a:p>
            <a:fld id="{D45F49E2-069C-0B46-AF50-A14B7C4D86C0}" type="slidenum">
              <a:rPr lang="en-US" smtClean="0"/>
              <a:pPr/>
              <a:t>4</a:t>
            </a:fld>
            <a:endParaRPr lang="en-US"/>
          </a:p>
        </p:txBody>
      </p:sp>
      <p:pic>
        <p:nvPicPr>
          <p:cNvPr id="11" name="Picture 10">
            <a:extLst>
              <a:ext uri="{FF2B5EF4-FFF2-40B4-BE49-F238E27FC236}">
                <a16:creationId xmlns:a16="http://schemas.microsoft.com/office/drawing/2014/main" id="{B9BC4B0B-EC15-8D87-3E6F-FFC70D9E37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44600" y="1375929"/>
            <a:ext cx="1596192" cy="1596192"/>
          </a:xfrm>
          <a:prstGeom prst="rect">
            <a:avLst/>
          </a:prstGeom>
        </p:spPr>
      </p:pic>
      <p:sp>
        <p:nvSpPr>
          <p:cNvPr id="12" name="TextBox 11">
            <a:extLst>
              <a:ext uri="{FF2B5EF4-FFF2-40B4-BE49-F238E27FC236}">
                <a16:creationId xmlns:a16="http://schemas.microsoft.com/office/drawing/2014/main" id="{2EB64A2E-01E3-A51B-F743-3C7C19C7E2AF}"/>
              </a:ext>
            </a:extLst>
          </p:cNvPr>
          <p:cNvSpPr txBox="1"/>
          <p:nvPr/>
        </p:nvSpPr>
        <p:spPr>
          <a:xfrm>
            <a:off x="5933140" y="1078911"/>
            <a:ext cx="1069974" cy="246221"/>
          </a:xfrm>
          <a:prstGeom prst="rect">
            <a:avLst/>
          </a:prstGeom>
          <a:noFill/>
        </p:spPr>
        <p:txBody>
          <a:bodyPr wrap="square">
            <a:spAutoFit/>
          </a:bodyPr>
          <a:lstStyle/>
          <a:p>
            <a:r>
              <a:rPr lang="en-US" sz="1000" b="1">
                <a:effectLst/>
                <a:latin typeface="Open Sans ExtraBold" panose="020B0606030504020204" pitchFamily="34" charset="0"/>
                <a:ea typeface="Open Sans ExtraBold" panose="020B0606030504020204" pitchFamily="34" charset="0"/>
                <a:cs typeface="Open Sans ExtraBold" panose="020B0606030504020204" pitchFamily="34" charset="0"/>
              </a:rPr>
              <a:t>PRIMARY</a:t>
            </a:r>
          </a:p>
        </p:txBody>
      </p:sp>
      <p:sp>
        <p:nvSpPr>
          <p:cNvPr id="13" name="TextBox 12">
            <a:extLst>
              <a:ext uri="{FF2B5EF4-FFF2-40B4-BE49-F238E27FC236}">
                <a16:creationId xmlns:a16="http://schemas.microsoft.com/office/drawing/2014/main" id="{459DF71E-DD0B-5252-0659-5BAA50205A20}"/>
              </a:ext>
            </a:extLst>
          </p:cNvPr>
          <p:cNvSpPr txBox="1"/>
          <p:nvPr/>
        </p:nvSpPr>
        <p:spPr>
          <a:xfrm>
            <a:off x="5980849" y="4256418"/>
            <a:ext cx="2196393" cy="246221"/>
          </a:xfrm>
          <a:prstGeom prst="rect">
            <a:avLst/>
          </a:prstGeom>
          <a:noFill/>
        </p:spPr>
        <p:txBody>
          <a:bodyPr wrap="square">
            <a:spAutoFit/>
          </a:bodyPr>
          <a:lstStyle/>
          <a:p>
            <a:r>
              <a:rPr lang="en-US" sz="1000" b="1">
                <a:effectLst/>
                <a:latin typeface="Open Sans ExtraBold" panose="020B0606030504020204" pitchFamily="34" charset="0"/>
                <a:ea typeface="Open Sans ExtraBold" panose="020B0606030504020204" pitchFamily="34" charset="0"/>
                <a:cs typeface="Open Sans ExtraBold" panose="020B0606030504020204" pitchFamily="34" charset="0"/>
              </a:rPr>
              <a:t>SECONDARY/TEXT LOCKUP</a:t>
            </a:r>
          </a:p>
        </p:txBody>
      </p:sp>
      <p:pic>
        <p:nvPicPr>
          <p:cNvPr id="17" name="Picture 16">
            <a:extLst>
              <a:ext uri="{FF2B5EF4-FFF2-40B4-BE49-F238E27FC236}">
                <a16:creationId xmlns:a16="http://schemas.microsoft.com/office/drawing/2014/main" id="{512206FD-E307-D30D-054C-9A373773829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112594" y="4792072"/>
            <a:ext cx="1507429" cy="397793"/>
          </a:xfrm>
          <a:prstGeom prst="rect">
            <a:avLst/>
          </a:prstGeom>
        </p:spPr>
      </p:pic>
      <p:sp>
        <p:nvSpPr>
          <p:cNvPr id="18" name="TextBox 17">
            <a:extLst>
              <a:ext uri="{FF2B5EF4-FFF2-40B4-BE49-F238E27FC236}">
                <a16:creationId xmlns:a16="http://schemas.microsoft.com/office/drawing/2014/main" id="{FC63B925-4053-3581-77ED-F00ADB319183}"/>
              </a:ext>
            </a:extLst>
          </p:cNvPr>
          <p:cNvSpPr txBox="1"/>
          <p:nvPr/>
        </p:nvSpPr>
        <p:spPr>
          <a:xfrm>
            <a:off x="481262" y="1119861"/>
            <a:ext cx="4894659" cy="5093702"/>
          </a:xfrm>
          <a:prstGeom prst="rect">
            <a:avLst/>
          </a:prstGeom>
          <a:noFill/>
        </p:spPr>
        <p:txBody>
          <a:bodyPr wrap="square" lIns="91440" tIns="45720" rIns="91440" bIns="45720" rtlCol="0" anchor="t">
            <a:spAutoFit/>
          </a:bodyPr>
          <a:lstStyle/>
          <a:p>
            <a:r>
              <a:rPr lang="en-US" sz="1300">
                <a:solidFill>
                  <a:srgbClr val="211D1E"/>
                </a:solidFill>
                <a:latin typeface="Open Sans Light"/>
                <a:ea typeface="Open Sans Light"/>
                <a:cs typeface="Open Sans Light"/>
              </a:rPr>
              <a:t>At Domo, our logo embodies the essence of our innovative company and the power behind our brand. Designed with meticulous attention to detail, it features a captivating shade of light blue that evokes calmness, trust, and reliability. We call this "Domo blue." This color choice reflects our commitment to delivering clear and actionable insights that multiply business impact.</a:t>
            </a:r>
            <a:endParaRPr lang="en-US"/>
          </a:p>
          <a:p>
            <a:endParaRPr lang="en-US" sz="1300">
              <a:solidFill>
                <a:srgbClr val="211D1E"/>
              </a:solidFill>
              <a:latin typeface="Open Sans Light"/>
              <a:ea typeface="Open Sans Light"/>
              <a:cs typeface="Open Sans Light"/>
            </a:endParaRPr>
          </a:p>
          <a:p>
            <a:r>
              <a:rPr lang="en-US" sz="1300">
                <a:solidFill>
                  <a:srgbClr val="211D1E"/>
                </a:solidFill>
                <a:latin typeface="Open Sans Light"/>
                <a:ea typeface="Open Sans Light"/>
                <a:cs typeface="Open Sans Light"/>
              </a:rPr>
              <a:t>We love our Domo blue and want it to be the overall takeaway. So, some important guidelines:</a:t>
            </a:r>
            <a:endParaRPr lang="en-US">
              <a:solidFill>
                <a:srgbClr val="1C1C1C"/>
              </a:solidFill>
              <a:latin typeface="Calibri" panose="020F0502020204030204"/>
              <a:ea typeface="Open Sans Light"/>
              <a:cs typeface="Calibri"/>
            </a:endParaRPr>
          </a:p>
          <a:p>
            <a:pPr marL="285750" indent="-285750">
              <a:buFont typeface="Arial"/>
              <a:buChar char="•"/>
            </a:pPr>
            <a:r>
              <a:rPr lang="en-US" sz="1300">
                <a:solidFill>
                  <a:srgbClr val="211D1E"/>
                </a:solidFill>
                <a:latin typeface="Open Sans Light"/>
                <a:ea typeface="Open Sans Light"/>
                <a:cs typeface="Open Sans Light"/>
              </a:rPr>
              <a:t>Do not use any other shade of blue. </a:t>
            </a:r>
            <a:endParaRPr lang="en-US">
              <a:solidFill>
                <a:srgbClr val="1C1C1C"/>
              </a:solidFill>
              <a:latin typeface="Calibri" panose="020F0502020204030204"/>
              <a:ea typeface="Open Sans Light"/>
              <a:cs typeface="Calibri"/>
            </a:endParaRPr>
          </a:p>
          <a:p>
            <a:pPr marL="285750" indent="-285750">
              <a:buFont typeface="Arial"/>
              <a:buChar char="•"/>
            </a:pPr>
            <a:r>
              <a:rPr lang="en-US" sz="1300">
                <a:solidFill>
                  <a:srgbClr val="211D1E"/>
                </a:solidFill>
                <a:latin typeface="Open Sans Light"/>
                <a:ea typeface="Open Sans Light"/>
                <a:cs typeface="Open Sans Light"/>
              </a:rPr>
              <a:t>Whenever possible, we prefer using the primary logo with the blue box and white text. </a:t>
            </a:r>
            <a:endParaRPr lang="en-US">
              <a:solidFill>
                <a:srgbClr val="1C1C1C"/>
              </a:solidFill>
              <a:latin typeface="Calibri" panose="020F0502020204030204"/>
              <a:ea typeface="Open Sans Light"/>
              <a:cs typeface="Calibri"/>
            </a:endParaRPr>
          </a:p>
          <a:p>
            <a:pPr marL="285750" indent="-285750">
              <a:buFont typeface="Arial"/>
              <a:buChar char="•"/>
            </a:pPr>
            <a:r>
              <a:rPr lang="en-US" sz="1300">
                <a:solidFill>
                  <a:srgbClr val="211D1E"/>
                </a:solidFill>
                <a:latin typeface="Open Sans Light"/>
                <a:ea typeface="Open Sans Light"/>
                <a:cs typeface="Open Sans Light"/>
              </a:rPr>
              <a:t>The secondary logo should be used sparingly and is typically used in spaces that have a vertical limitation but allow for horizontal extension such as booths, billboards, swag and videos.</a:t>
            </a:r>
            <a:endParaRPr lang="en-US">
              <a:cs typeface="Calibri"/>
            </a:endParaRPr>
          </a:p>
          <a:p>
            <a:pPr algn="l"/>
            <a:endParaRPr lang="en-US" sz="1300">
              <a:solidFill>
                <a:srgbClr val="211D1E"/>
              </a:solidFill>
              <a:latin typeface="Open Sans Light"/>
              <a:ea typeface="Open Sans Light"/>
              <a:cs typeface="Open Sans Light"/>
            </a:endParaRPr>
          </a:p>
          <a:p>
            <a:pPr algn="l"/>
            <a:r>
              <a:rPr lang="en-US" sz="1300">
                <a:solidFill>
                  <a:srgbClr val="211D1E"/>
                </a:solidFill>
                <a:latin typeface="Open Sans Light"/>
                <a:ea typeface="Open Sans Light"/>
                <a:cs typeface="Open Sans Light"/>
              </a:rPr>
              <a:t>The font treatment of our logo has been thoughtfully selected to complement the innovative nature of our company. We have chosen a contemporary and timeless font that strikes a harmonious balance between professionalism and approachability. It underscores our dedication to remaining at the forefront of technology and data-driven solutions while ensuring accessibility to our diverse range of customers.</a:t>
            </a:r>
          </a:p>
        </p:txBody>
      </p:sp>
      <p:sp>
        <p:nvSpPr>
          <p:cNvPr id="19" name="Rectangle 18">
            <a:extLst>
              <a:ext uri="{FF2B5EF4-FFF2-40B4-BE49-F238E27FC236}">
                <a16:creationId xmlns:a16="http://schemas.microsoft.com/office/drawing/2014/main" id="{0AB982E9-DA27-0A6D-E1B9-5C947ADC5DC4}"/>
              </a:ext>
            </a:extLst>
          </p:cNvPr>
          <p:cNvSpPr/>
          <p:nvPr/>
        </p:nvSpPr>
        <p:spPr>
          <a:xfrm>
            <a:off x="9995606" y="0"/>
            <a:ext cx="2196393" cy="6362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9C962142-E3C3-A9B5-659F-15D7057BD0A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295706" y="1375929"/>
            <a:ext cx="1596192" cy="1596192"/>
          </a:xfrm>
          <a:prstGeom prst="rect">
            <a:avLst/>
          </a:prstGeom>
        </p:spPr>
      </p:pic>
      <p:pic>
        <p:nvPicPr>
          <p:cNvPr id="21" name="Picture 20">
            <a:extLst>
              <a:ext uri="{FF2B5EF4-FFF2-40B4-BE49-F238E27FC236}">
                <a16:creationId xmlns:a16="http://schemas.microsoft.com/office/drawing/2014/main" id="{ED0D26D2-3CBF-C36F-78C8-2BDD10894FE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384470" y="4792071"/>
            <a:ext cx="1507428" cy="397793"/>
          </a:xfrm>
          <a:prstGeom prst="rect">
            <a:avLst/>
          </a:prstGeom>
        </p:spPr>
      </p:pic>
      <p:pic>
        <p:nvPicPr>
          <p:cNvPr id="5" name="Picture 4">
            <a:extLst>
              <a:ext uri="{FF2B5EF4-FFF2-40B4-BE49-F238E27FC236}">
                <a16:creationId xmlns:a16="http://schemas.microsoft.com/office/drawing/2014/main" id="{E662363F-07EE-83AA-A672-1E80DE18BC8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122055" y="1372436"/>
            <a:ext cx="1608462" cy="1608462"/>
          </a:xfrm>
          <a:prstGeom prst="rect">
            <a:avLst/>
          </a:prstGeom>
        </p:spPr>
      </p:pic>
      <p:pic>
        <p:nvPicPr>
          <p:cNvPr id="6" name="Picture 5">
            <a:extLst>
              <a:ext uri="{FF2B5EF4-FFF2-40B4-BE49-F238E27FC236}">
                <a16:creationId xmlns:a16="http://schemas.microsoft.com/office/drawing/2014/main" id="{10295BE6-E5A8-814C-C604-A5FE56EAEF8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177243" y="4792176"/>
            <a:ext cx="1507427" cy="397584"/>
          </a:xfrm>
          <a:prstGeom prst="rect">
            <a:avLst/>
          </a:prstGeom>
        </p:spPr>
      </p:pic>
    </p:spTree>
    <p:extLst>
      <p:ext uri="{BB962C8B-B14F-4D97-AF65-F5344CB8AC3E}">
        <p14:creationId xmlns:p14="http://schemas.microsoft.com/office/powerpoint/2010/main" val="46531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black square with white text&#10;&#10;Description automatically generated">
            <a:extLst>
              <a:ext uri="{FF2B5EF4-FFF2-40B4-BE49-F238E27FC236}">
                <a16:creationId xmlns:a16="http://schemas.microsoft.com/office/drawing/2014/main" id="{BE0C5F66-069C-2575-DE28-26D77E3266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165" y="2344151"/>
            <a:ext cx="5629636" cy="735580"/>
          </a:xfrm>
          <a:prstGeom prst="rect">
            <a:avLst/>
          </a:prstGeom>
        </p:spPr>
      </p:pic>
      <p:pic>
        <p:nvPicPr>
          <p:cNvPr id="28" name="Picture 27" descr="A logo on a black background&#10;&#10;Description automatically generated">
            <a:extLst>
              <a:ext uri="{FF2B5EF4-FFF2-40B4-BE49-F238E27FC236}">
                <a16:creationId xmlns:a16="http://schemas.microsoft.com/office/drawing/2014/main" id="{7122CC20-F0DE-9C0E-E352-0D35692755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793" y="3524479"/>
            <a:ext cx="5471661" cy="780255"/>
          </a:xfrm>
          <a:prstGeom prst="rect">
            <a:avLst/>
          </a:prstGeom>
        </p:spPr>
      </p:pic>
      <p:pic>
        <p:nvPicPr>
          <p:cNvPr id="31" name="Picture 30" descr="A person holding a phone&#10;&#10;Description automatically generated">
            <a:extLst>
              <a:ext uri="{FF2B5EF4-FFF2-40B4-BE49-F238E27FC236}">
                <a16:creationId xmlns:a16="http://schemas.microsoft.com/office/drawing/2014/main" id="{6E0F5E40-053D-3018-45EF-D4C5AD1AA2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578" y="4967145"/>
            <a:ext cx="5280092" cy="730640"/>
          </a:xfrm>
          <a:prstGeom prst="rect">
            <a:avLst/>
          </a:prstGeom>
        </p:spPr>
      </p:pic>
      <p:pic>
        <p:nvPicPr>
          <p:cNvPr id="33" name="Picture 32" descr="A blue square with white text&#10;&#10;Description automatically generated">
            <a:extLst>
              <a:ext uri="{FF2B5EF4-FFF2-40B4-BE49-F238E27FC236}">
                <a16:creationId xmlns:a16="http://schemas.microsoft.com/office/drawing/2014/main" id="{5D51A31E-0BDF-DAD5-EC1C-1A809CDF5D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27572" y="2579247"/>
            <a:ext cx="4824026" cy="730913"/>
          </a:xfrm>
          <a:prstGeom prst="rect">
            <a:avLst/>
          </a:prstGeom>
        </p:spPr>
      </p:pic>
      <p:pic>
        <p:nvPicPr>
          <p:cNvPr id="56" name="Picture 55" descr="A blue and black business card&#10;&#10;Description automatically generated">
            <a:extLst>
              <a:ext uri="{FF2B5EF4-FFF2-40B4-BE49-F238E27FC236}">
                <a16:creationId xmlns:a16="http://schemas.microsoft.com/office/drawing/2014/main" id="{D1E6764C-3490-DBF6-21B9-D2F392AD6A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14568" y="4169978"/>
            <a:ext cx="5402209" cy="878970"/>
          </a:xfrm>
          <a:prstGeom prst="rect">
            <a:avLst/>
          </a:prstGeom>
        </p:spPr>
      </p:pic>
      <p:sp>
        <p:nvSpPr>
          <p:cNvPr id="21" name="TextBox 20">
            <a:extLst>
              <a:ext uri="{FF2B5EF4-FFF2-40B4-BE49-F238E27FC236}">
                <a16:creationId xmlns:a16="http://schemas.microsoft.com/office/drawing/2014/main" id="{741CD217-BC6E-01D3-99FF-5E29030832F4}"/>
              </a:ext>
            </a:extLst>
          </p:cNvPr>
          <p:cNvSpPr txBox="1"/>
          <p:nvPr/>
        </p:nvSpPr>
        <p:spPr>
          <a:xfrm>
            <a:off x="6532221" y="1194795"/>
            <a:ext cx="5132796" cy="1092607"/>
          </a:xfrm>
          <a:prstGeom prst="rect">
            <a:avLst/>
          </a:prstGeom>
          <a:noFill/>
        </p:spPr>
        <p:txBody>
          <a:bodyPr wrap="square" lIns="91440" tIns="45720" rIns="91440" bIns="45720" rtlCol="0" anchor="t">
            <a:spAutoFit/>
          </a:bodyPr>
          <a:lstStyle/>
          <a:p>
            <a:r>
              <a:rPr lang="en-US" sz="1300">
                <a:solidFill>
                  <a:srgbClr val="211D1E"/>
                </a:solidFill>
                <a:latin typeface="Open Sans Light"/>
                <a:ea typeface="Open Sans Light"/>
                <a:cs typeface="Open Sans Light"/>
              </a:rPr>
              <a:t>Please refrain from modifying the Domo logo in any manner, which includes stretching, altering colors, adding gradients, or making any adjustments that deviate from the original design.</a:t>
            </a:r>
          </a:p>
          <a:p>
            <a:endParaRPr lang="en-US" sz="1300">
              <a:solidFill>
                <a:srgbClr val="211D1E"/>
              </a:solidFill>
              <a:latin typeface="Open Sans Light"/>
              <a:ea typeface="Open Sans Light"/>
              <a:cs typeface="Open Sans Light"/>
            </a:endParaRPr>
          </a:p>
          <a:p>
            <a:endParaRPr lang="en-US" sz="1300">
              <a:solidFill>
                <a:srgbClr val="211D1E"/>
              </a:solidFill>
              <a:latin typeface="Open Sans Light"/>
              <a:ea typeface="Open Sans Light"/>
              <a:cs typeface="Open Sans Light"/>
            </a:endParaRPr>
          </a:p>
        </p:txBody>
      </p:sp>
      <p:sp>
        <p:nvSpPr>
          <p:cNvPr id="2" name="Title 1">
            <a:extLst>
              <a:ext uri="{FF2B5EF4-FFF2-40B4-BE49-F238E27FC236}">
                <a16:creationId xmlns:a16="http://schemas.microsoft.com/office/drawing/2014/main" id="{66D14CE6-BBF4-4EF8-9531-D7EBD1871EA7}"/>
              </a:ext>
            </a:extLst>
          </p:cNvPr>
          <p:cNvSpPr>
            <a:spLocks noGrp="1"/>
          </p:cNvSpPr>
          <p:nvPr>
            <p:ph type="title"/>
          </p:nvPr>
        </p:nvSpPr>
        <p:spPr/>
        <p:txBody>
          <a:bodyPr/>
          <a:lstStyle/>
          <a:p>
            <a:r>
              <a:rPr lang="en-US">
                <a:latin typeface="Open Sans Light"/>
                <a:ea typeface="Open Sans Light"/>
                <a:cs typeface="Open Sans Light"/>
              </a:rPr>
              <a:t>The Domo Logo – Do</a:t>
            </a:r>
            <a:r>
              <a:rPr lang="en-US" sz="2800">
                <a:latin typeface="Open Sans Light"/>
                <a:ea typeface="Open Sans Light"/>
                <a:cs typeface="Open Sans Light"/>
              </a:rPr>
              <a:t>s</a:t>
            </a:r>
            <a:r>
              <a:rPr lang="en-US">
                <a:latin typeface="Open Sans Light"/>
                <a:ea typeface="Open Sans Light"/>
                <a:cs typeface="Open Sans Light"/>
              </a:rPr>
              <a:t> and Don’ts</a:t>
            </a:r>
          </a:p>
        </p:txBody>
      </p:sp>
      <p:sp>
        <p:nvSpPr>
          <p:cNvPr id="4" name="Slide Number Placeholder 3">
            <a:extLst>
              <a:ext uri="{FF2B5EF4-FFF2-40B4-BE49-F238E27FC236}">
                <a16:creationId xmlns:a16="http://schemas.microsoft.com/office/drawing/2014/main" id="{265B29F8-1C65-66EC-27F9-AC7A5731CFB7}"/>
              </a:ext>
            </a:extLst>
          </p:cNvPr>
          <p:cNvSpPr>
            <a:spLocks noGrp="1"/>
          </p:cNvSpPr>
          <p:nvPr>
            <p:ph type="sldNum" sz="quarter" idx="4"/>
          </p:nvPr>
        </p:nvSpPr>
        <p:spPr/>
        <p:txBody>
          <a:bodyPr/>
          <a:lstStyle/>
          <a:p>
            <a:fld id="{D45F49E2-069C-0B46-AF50-A14B7C4D86C0}" type="slidenum">
              <a:rPr lang="en-US" smtClean="0"/>
              <a:pPr/>
              <a:t>5</a:t>
            </a:fld>
            <a:endParaRPr lang="en-US"/>
          </a:p>
        </p:txBody>
      </p:sp>
      <p:sp>
        <p:nvSpPr>
          <p:cNvPr id="18" name="TextBox 17">
            <a:extLst>
              <a:ext uri="{FF2B5EF4-FFF2-40B4-BE49-F238E27FC236}">
                <a16:creationId xmlns:a16="http://schemas.microsoft.com/office/drawing/2014/main" id="{FC63B925-4053-3581-77ED-F00ADB319183}"/>
              </a:ext>
            </a:extLst>
          </p:cNvPr>
          <p:cNvSpPr txBox="1"/>
          <p:nvPr/>
        </p:nvSpPr>
        <p:spPr>
          <a:xfrm>
            <a:off x="249298" y="1194795"/>
            <a:ext cx="5756837" cy="892552"/>
          </a:xfrm>
          <a:prstGeom prst="rect">
            <a:avLst/>
          </a:prstGeom>
          <a:noFill/>
        </p:spPr>
        <p:txBody>
          <a:bodyPr wrap="square" lIns="91440" tIns="45720" rIns="91440" bIns="45720" rtlCol="0" anchor="t">
            <a:spAutoFit/>
          </a:bodyPr>
          <a:lstStyle/>
          <a:p>
            <a:r>
              <a:rPr lang="en-US" sz="1300">
                <a:solidFill>
                  <a:srgbClr val="211D1E"/>
                </a:solidFill>
                <a:latin typeface="Open Sans Light"/>
                <a:ea typeface="Open Sans Light"/>
                <a:cs typeface="Open Sans Light"/>
              </a:rPr>
              <a:t>When incorporating the Domo logo into any form of communication, please remember to use simple and neutral backgrounds. It is essential to maintain a high degree of contrast between the logo and the background for optimal visual impact.</a:t>
            </a:r>
          </a:p>
        </p:txBody>
      </p:sp>
      <p:sp>
        <p:nvSpPr>
          <p:cNvPr id="26" name="Rectangle 25">
            <a:extLst>
              <a:ext uri="{FF2B5EF4-FFF2-40B4-BE49-F238E27FC236}">
                <a16:creationId xmlns:a16="http://schemas.microsoft.com/office/drawing/2014/main" id="{E35A9830-D955-2FDB-BAED-F48E0CD44FBA}"/>
              </a:ext>
            </a:extLst>
          </p:cNvPr>
          <p:cNvSpPr/>
          <p:nvPr/>
        </p:nvSpPr>
        <p:spPr>
          <a:xfrm>
            <a:off x="5537535" y="2034662"/>
            <a:ext cx="6510069" cy="5078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28438DA-1BE1-187D-3AF9-6194DC7EF873}"/>
              </a:ext>
            </a:extLst>
          </p:cNvPr>
          <p:cNvSpPr/>
          <p:nvPr/>
        </p:nvSpPr>
        <p:spPr>
          <a:xfrm>
            <a:off x="4482166" y="-771499"/>
            <a:ext cx="6510069" cy="5078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4C4A94-03DA-8F17-E4C2-DEAFEF53019D}"/>
              </a:ext>
            </a:extLst>
          </p:cNvPr>
          <p:cNvSpPr txBox="1"/>
          <p:nvPr/>
        </p:nvSpPr>
        <p:spPr>
          <a:xfrm>
            <a:off x="249298" y="3040595"/>
            <a:ext cx="1785550" cy="369332"/>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Our primary logo. Use this version whenever possible. </a:t>
            </a:r>
          </a:p>
        </p:txBody>
      </p:sp>
      <p:sp>
        <p:nvSpPr>
          <p:cNvPr id="9" name="TextBox 8">
            <a:extLst>
              <a:ext uri="{FF2B5EF4-FFF2-40B4-BE49-F238E27FC236}">
                <a16:creationId xmlns:a16="http://schemas.microsoft.com/office/drawing/2014/main" id="{095C5B49-C783-F3A2-E2D3-0F13D7068249}"/>
              </a:ext>
            </a:extLst>
          </p:cNvPr>
          <p:cNvSpPr txBox="1"/>
          <p:nvPr/>
        </p:nvSpPr>
        <p:spPr>
          <a:xfrm>
            <a:off x="249298" y="4267584"/>
            <a:ext cx="1584064" cy="507831"/>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Good contrast between the background and logo is key.</a:t>
            </a:r>
          </a:p>
        </p:txBody>
      </p:sp>
      <p:sp>
        <p:nvSpPr>
          <p:cNvPr id="10" name="TextBox 9">
            <a:extLst>
              <a:ext uri="{FF2B5EF4-FFF2-40B4-BE49-F238E27FC236}">
                <a16:creationId xmlns:a16="http://schemas.microsoft.com/office/drawing/2014/main" id="{0A3D43D7-E676-8D4F-1A76-7483A57D23E7}"/>
              </a:ext>
            </a:extLst>
          </p:cNvPr>
          <p:cNvSpPr txBox="1"/>
          <p:nvPr/>
        </p:nvSpPr>
        <p:spPr>
          <a:xfrm>
            <a:off x="249298" y="5683667"/>
            <a:ext cx="1609666" cy="507831"/>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An example of a properly spaced logo with an illustration.</a:t>
            </a:r>
          </a:p>
        </p:txBody>
      </p:sp>
      <p:sp>
        <p:nvSpPr>
          <p:cNvPr id="14" name="TextBox 13">
            <a:extLst>
              <a:ext uri="{FF2B5EF4-FFF2-40B4-BE49-F238E27FC236}">
                <a16:creationId xmlns:a16="http://schemas.microsoft.com/office/drawing/2014/main" id="{6E2A45E7-DDDC-04B7-EDD8-9B7542DA6465}"/>
              </a:ext>
            </a:extLst>
          </p:cNvPr>
          <p:cNvSpPr txBox="1"/>
          <p:nvPr/>
        </p:nvSpPr>
        <p:spPr>
          <a:xfrm>
            <a:off x="4139050" y="3040595"/>
            <a:ext cx="1940576" cy="369332"/>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If vertical spacing is limited, the secondary logo can be used.</a:t>
            </a:r>
          </a:p>
        </p:txBody>
      </p:sp>
      <p:sp>
        <p:nvSpPr>
          <p:cNvPr id="15" name="TextBox 14">
            <a:extLst>
              <a:ext uri="{FF2B5EF4-FFF2-40B4-BE49-F238E27FC236}">
                <a16:creationId xmlns:a16="http://schemas.microsoft.com/office/drawing/2014/main" id="{A7843506-8A61-07B1-F58F-9E7FA6BBE26E}"/>
              </a:ext>
            </a:extLst>
          </p:cNvPr>
          <p:cNvSpPr txBox="1"/>
          <p:nvPr/>
        </p:nvSpPr>
        <p:spPr>
          <a:xfrm>
            <a:off x="2058707" y="4267584"/>
            <a:ext cx="1785550" cy="507831"/>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An example of using the white logo, keeping the Domo letters free from background images. </a:t>
            </a:r>
          </a:p>
        </p:txBody>
      </p:sp>
      <p:sp>
        <p:nvSpPr>
          <p:cNvPr id="22" name="TextBox 21">
            <a:extLst>
              <a:ext uri="{FF2B5EF4-FFF2-40B4-BE49-F238E27FC236}">
                <a16:creationId xmlns:a16="http://schemas.microsoft.com/office/drawing/2014/main" id="{6E7435CF-0241-948D-A7D7-E281864985F6}"/>
              </a:ext>
            </a:extLst>
          </p:cNvPr>
          <p:cNvSpPr txBox="1"/>
          <p:nvPr/>
        </p:nvSpPr>
        <p:spPr>
          <a:xfrm>
            <a:off x="2058707" y="5683667"/>
            <a:ext cx="1785551" cy="369332"/>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Allow for proper spacing between the logo and any text.</a:t>
            </a:r>
          </a:p>
        </p:txBody>
      </p:sp>
      <p:sp>
        <p:nvSpPr>
          <p:cNvPr id="23" name="TextBox 22">
            <a:extLst>
              <a:ext uri="{FF2B5EF4-FFF2-40B4-BE49-F238E27FC236}">
                <a16:creationId xmlns:a16="http://schemas.microsoft.com/office/drawing/2014/main" id="{73D54D0E-507F-09DD-34A6-FA08F9215D65}"/>
              </a:ext>
            </a:extLst>
          </p:cNvPr>
          <p:cNvSpPr txBox="1"/>
          <p:nvPr/>
        </p:nvSpPr>
        <p:spPr>
          <a:xfrm>
            <a:off x="2058707" y="3040595"/>
            <a:ext cx="1899632" cy="369332"/>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If the Domo Blue logo doesn’t work, use black or white.</a:t>
            </a:r>
          </a:p>
        </p:txBody>
      </p:sp>
      <p:sp>
        <p:nvSpPr>
          <p:cNvPr id="24" name="TextBox 23">
            <a:extLst>
              <a:ext uri="{FF2B5EF4-FFF2-40B4-BE49-F238E27FC236}">
                <a16:creationId xmlns:a16="http://schemas.microsoft.com/office/drawing/2014/main" id="{A5897EB2-381B-0670-0D20-1CAF2185D24A}"/>
              </a:ext>
            </a:extLst>
          </p:cNvPr>
          <p:cNvSpPr txBox="1"/>
          <p:nvPr/>
        </p:nvSpPr>
        <p:spPr>
          <a:xfrm>
            <a:off x="4139050" y="4267584"/>
            <a:ext cx="1785551" cy="507831"/>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The primary logo is best on very light or very dark backgrounds.</a:t>
            </a:r>
          </a:p>
        </p:txBody>
      </p:sp>
      <p:sp>
        <p:nvSpPr>
          <p:cNvPr id="25" name="TextBox 24">
            <a:extLst>
              <a:ext uri="{FF2B5EF4-FFF2-40B4-BE49-F238E27FC236}">
                <a16:creationId xmlns:a16="http://schemas.microsoft.com/office/drawing/2014/main" id="{BBFC78FC-0AD4-C394-C170-6991DFB4528B}"/>
              </a:ext>
            </a:extLst>
          </p:cNvPr>
          <p:cNvSpPr txBox="1"/>
          <p:nvPr/>
        </p:nvSpPr>
        <p:spPr>
          <a:xfrm>
            <a:off x="4139050" y="5683667"/>
            <a:ext cx="1916925" cy="507831"/>
          </a:xfrm>
          <a:prstGeom prst="rect">
            <a:avLst/>
          </a:prstGeom>
          <a:noFill/>
        </p:spPr>
        <p:txBody>
          <a:bodyPr wrap="square" lIns="91440" tIns="45720" rIns="91440" bIns="45720" rtlCol="0" anchor="t">
            <a:spAutoFit/>
          </a:bodyPr>
          <a:lstStyle/>
          <a:p>
            <a:r>
              <a:rPr lang="en-US" sz="900">
                <a:solidFill>
                  <a:srgbClr val="211D1E"/>
                </a:solidFill>
                <a:latin typeface="Open Sans Light"/>
                <a:ea typeface="Open Sans Light"/>
                <a:cs typeface="Open Sans Light"/>
              </a:rPr>
              <a:t>The secondary is commonly used in video bumpers and sparingly elsewhere.</a:t>
            </a:r>
          </a:p>
        </p:txBody>
      </p:sp>
      <p:sp>
        <p:nvSpPr>
          <p:cNvPr id="41" name="TextBox 40">
            <a:extLst>
              <a:ext uri="{FF2B5EF4-FFF2-40B4-BE49-F238E27FC236}">
                <a16:creationId xmlns:a16="http://schemas.microsoft.com/office/drawing/2014/main" id="{C9003539-AC49-1C3E-C727-B30FFC2F1B26}"/>
              </a:ext>
            </a:extLst>
          </p:cNvPr>
          <p:cNvSpPr txBox="1"/>
          <p:nvPr/>
        </p:nvSpPr>
        <p:spPr>
          <a:xfrm>
            <a:off x="6479978" y="3292610"/>
            <a:ext cx="1916925" cy="646331"/>
          </a:xfrm>
          <a:prstGeom prst="rect">
            <a:avLst/>
          </a:prstGeom>
          <a:noFill/>
        </p:spPr>
        <p:txBody>
          <a:bodyPr wrap="square" lIns="91440" tIns="45720" rIns="91440" bIns="45720" rtlCol="0" anchor="t">
            <a:spAutoFit/>
          </a:bodyPr>
          <a:lstStyle/>
          <a:p>
            <a:r>
              <a:rPr lang="en-US" sz="900">
                <a:solidFill>
                  <a:srgbClr val="211D1E"/>
                </a:solidFill>
                <a:latin typeface="Open Sans Light"/>
                <a:ea typeface="Open Sans Light"/>
                <a:cs typeface="Open Sans Light"/>
              </a:rPr>
              <a:t>Only use Domo approved colors and logos. Be especially careful when using colors that are similar to but not Domo blue. </a:t>
            </a:r>
            <a:endPar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42" name="TextBox 41">
            <a:extLst>
              <a:ext uri="{FF2B5EF4-FFF2-40B4-BE49-F238E27FC236}">
                <a16:creationId xmlns:a16="http://schemas.microsoft.com/office/drawing/2014/main" id="{7437CFC7-CF0C-D7A9-C5AA-6CD92ADBA254}"/>
              </a:ext>
            </a:extLst>
          </p:cNvPr>
          <p:cNvSpPr txBox="1"/>
          <p:nvPr/>
        </p:nvSpPr>
        <p:spPr>
          <a:xfrm>
            <a:off x="8567899" y="3292610"/>
            <a:ext cx="1633514" cy="369332"/>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Do not stretch or alter the Domo logo in any way. </a:t>
            </a:r>
          </a:p>
        </p:txBody>
      </p:sp>
      <p:sp>
        <p:nvSpPr>
          <p:cNvPr id="43" name="TextBox 42">
            <a:extLst>
              <a:ext uri="{FF2B5EF4-FFF2-40B4-BE49-F238E27FC236}">
                <a16:creationId xmlns:a16="http://schemas.microsoft.com/office/drawing/2014/main" id="{AB3E5F03-7BD6-F939-FA33-93DF37ED282B}"/>
              </a:ext>
            </a:extLst>
          </p:cNvPr>
          <p:cNvSpPr txBox="1"/>
          <p:nvPr/>
        </p:nvSpPr>
        <p:spPr>
          <a:xfrm>
            <a:off x="10540038" y="3292610"/>
            <a:ext cx="1537560" cy="507831"/>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Do not use gradients or patterns as part of the logo. </a:t>
            </a:r>
          </a:p>
        </p:txBody>
      </p:sp>
      <p:sp>
        <p:nvSpPr>
          <p:cNvPr id="44" name="TextBox 43">
            <a:extLst>
              <a:ext uri="{FF2B5EF4-FFF2-40B4-BE49-F238E27FC236}">
                <a16:creationId xmlns:a16="http://schemas.microsoft.com/office/drawing/2014/main" id="{2E0763A3-B001-E04C-5127-C65ABA1E7645}"/>
              </a:ext>
            </a:extLst>
          </p:cNvPr>
          <p:cNvSpPr txBox="1"/>
          <p:nvPr/>
        </p:nvSpPr>
        <p:spPr>
          <a:xfrm>
            <a:off x="6469429" y="5019361"/>
            <a:ext cx="1820165" cy="646331"/>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When using the Domo logo on top of an image be mindful that there is enough contrast to clearly see the Domo logo. </a:t>
            </a:r>
          </a:p>
        </p:txBody>
      </p:sp>
      <p:sp>
        <p:nvSpPr>
          <p:cNvPr id="45" name="TextBox 44">
            <a:extLst>
              <a:ext uri="{FF2B5EF4-FFF2-40B4-BE49-F238E27FC236}">
                <a16:creationId xmlns:a16="http://schemas.microsoft.com/office/drawing/2014/main" id="{7949C189-5117-450C-5DDF-49DECF043799}"/>
              </a:ext>
            </a:extLst>
          </p:cNvPr>
          <p:cNvSpPr txBox="1"/>
          <p:nvPr/>
        </p:nvSpPr>
        <p:spPr>
          <a:xfrm>
            <a:off x="10492061" y="5019361"/>
            <a:ext cx="1633514" cy="507831"/>
          </a:xfrm>
          <a:prstGeom prst="rect">
            <a:avLst/>
          </a:prstGeom>
          <a:noFill/>
        </p:spPr>
        <p:txBody>
          <a:bodyPr wrap="square" lIns="91440" tIns="45720" rIns="91440" bIns="45720" rtlCol="0" anchor="t">
            <a:spAutoFit/>
          </a:bodyPr>
          <a:lstStyle/>
          <a:p>
            <a:r>
              <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rPr>
              <a:t>Do not cut, trim, or block the logo with any other image or icon. </a:t>
            </a:r>
          </a:p>
        </p:txBody>
      </p:sp>
      <p:sp>
        <p:nvSpPr>
          <p:cNvPr id="53" name="Rectangle 52">
            <a:extLst>
              <a:ext uri="{FF2B5EF4-FFF2-40B4-BE49-F238E27FC236}">
                <a16:creationId xmlns:a16="http://schemas.microsoft.com/office/drawing/2014/main" id="{F0F3BE76-0D7F-E989-44D4-66930C725C06}"/>
              </a:ext>
            </a:extLst>
          </p:cNvPr>
          <p:cNvSpPr/>
          <p:nvPr/>
        </p:nvSpPr>
        <p:spPr>
          <a:xfrm flipH="1">
            <a:off x="6185866" y="1274142"/>
            <a:ext cx="45719" cy="4788146"/>
          </a:xfrm>
          <a:prstGeom prst="rect">
            <a:avLst/>
          </a:prstGeom>
          <a:solidFill>
            <a:schemeClr val="accent1">
              <a:alpha val="4580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681CDABC-3AA2-59CC-39E5-175C72C548D7}"/>
              </a:ext>
            </a:extLst>
          </p:cNvPr>
          <p:cNvSpPr txBox="1"/>
          <p:nvPr/>
        </p:nvSpPr>
        <p:spPr>
          <a:xfrm>
            <a:off x="8550855" y="5019361"/>
            <a:ext cx="1728725" cy="507831"/>
          </a:xfrm>
          <a:prstGeom prst="rect">
            <a:avLst/>
          </a:prstGeom>
          <a:noFill/>
        </p:spPr>
        <p:txBody>
          <a:bodyPr wrap="square" lIns="91440" tIns="45720" rIns="91440" bIns="45720" rtlCol="0" anchor="t">
            <a:spAutoFit/>
          </a:bodyPr>
          <a:lstStyle/>
          <a:p>
            <a:r>
              <a:rPr lang="en-US" sz="900">
                <a:solidFill>
                  <a:srgbClr val="211D1E"/>
                </a:solidFill>
                <a:latin typeface="Open Sans Light"/>
                <a:ea typeface="Open Sans Light"/>
                <a:cs typeface="Open Sans Light"/>
              </a:rPr>
              <a:t>Do note place text next to the logo. Always give it plenty of breathing space. </a:t>
            </a:r>
            <a:endParaRPr lang="en-US" sz="900">
              <a:solidFill>
                <a:srgbClr val="211D1E"/>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57" name="TextBox 56">
            <a:extLst>
              <a:ext uri="{FF2B5EF4-FFF2-40B4-BE49-F238E27FC236}">
                <a16:creationId xmlns:a16="http://schemas.microsoft.com/office/drawing/2014/main" id="{2380FE8F-1C80-91D4-9AEF-D83808149B8B}"/>
              </a:ext>
            </a:extLst>
          </p:cNvPr>
          <p:cNvSpPr txBox="1"/>
          <p:nvPr/>
        </p:nvSpPr>
        <p:spPr>
          <a:xfrm>
            <a:off x="274865" y="2087347"/>
            <a:ext cx="1965488" cy="338554"/>
          </a:xfrm>
          <a:prstGeom prst="rect">
            <a:avLst/>
          </a:prstGeom>
          <a:noFill/>
        </p:spPr>
        <p:txBody>
          <a:bodyPr wrap="square" lIns="91440" tIns="45720" rIns="91440" bIns="45720" rtlCol="0" anchor="t">
            <a:spAutoFit/>
          </a:bodyPr>
          <a:lstStyle/>
          <a:p>
            <a:r>
              <a:rPr lang="en-US" sz="1600" b="1">
                <a:solidFill>
                  <a:schemeClr val="tx2"/>
                </a:solidFill>
                <a:latin typeface="Open Sans ExtraBold"/>
                <a:ea typeface="Open Sans ExtraBold"/>
                <a:cs typeface="Open Sans ExtraBold"/>
              </a:rPr>
              <a:t>The Do</a:t>
            </a:r>
            <a:r>
              <a:rPr lang="en-US" sz="1200" b="1">
                <a:solidFill>
                  <a:schemeClr val="tx2"/>
                </a:solidFill>
                <a:latin typeface="Open Sans ExtraBold"/>
                <a:ea typeface="Open Sans ExtraBold"/>
                <a:cs typeface="Open Sans ExtraBold"/>
              </a:rPr>
              <a:t>s</a:t>
            </a:r>
            <a:r>
              <a:rPr lang="en-US" sz="1600" b="1">
                <a:solidFill>
                  <a:schemeClr val="tx2"/>
                </a:solidFill>
                <a:latin typeface="Open Sans ExtraBold"/>
                <a:ea typeface="Open Sans ExtraBold"/>
                <a:cs typeface="Open Sans ExtraBold"/>
              </a:rPr>
              <a:t>:</a:t>
            </a:r>
          </a:p>
        </p:txBody>
      </p:sp>
      <p:sp>
        <p:nvSpPr>
          <p:cNvPr id="58" name="TextBox 57">
            <a:extLst>
              <a:ext uri="{FF2B5EF4-FFF2-40B4-BE49-F238E27FC236}">
                <a16:creationId xmlns:a16="http://schemas.microsoft.com/office/drawing/2014/main" id="{A57D4DDA-EF0D-B539-AAFC-A90CCCF9723D}"/>
              </a:ext>
            </a:extLst>
          </p:cNvPr>
          <p:cNvSpPr txBox="1"/>
          <p:nvPr/>
        </p:nvSpPr>
        <p:spPr>
          <a:xfrm>
            <a:off x="6532221" y="2080139"/>
            <a:ext cx="1965488" cy="338554"/>
          </a:xfrm>
          <a:prstGeom prst="rect">
            <a:avLst/>
          </a:prstGeom>
          <a:noFill/>
        </p:spPr>
        <p:txBody>
          <a:bodyPr wrap="square" rtlCol="0">
            <a:spAutoFit/>
          </a:bodyPr>
          <a:lstStyle/>
          <a:p>
            <a:r>
              <a:rPr lang="en-US" sz="1600" b="1">
                <a:solidFill>
                  <a:schemeClr val="tx2"/>
                </a:solidFill>
                <a:latin typeface="Open Sans ExtraBold" panose="020B0606030504020204" pitchFamily="34" charset="0"/>
                <a:ea typeface="Open Sans ExtraBold" panose="020B0606030504020204" pitchFamily="34" charset="0"/>
                <a:cs typeface="Open Sans ExtraBold" panose="020B0606030504020204" pitchFamily="34" charset="0"/>
              </a:rPr>
              <a:t>The Don’ts:</a:t>
            </a:r>
          </a:p>
        </p:txBody>
      </p:sp>
      <p:pic>
        <p:nvPicPr>
          <p:cNvPr id="49" name="Picture 48">
            <a:extLst>
              <a:ext uri="{FF2B5EF4-FFF2-40B4-BE49-F238E27FC236}">
                <a16:creationId xmlns:a16="http://schemas.microsoft.com/office/drawing/2014/main" id="{70B9F83C-B68B-19E5-6CD2-6D5C8A045DB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62650" y="4022650"/>
            <a:ext cx="266700" cy="12700"/>
          </a:xfrm>
          <a:prstGeom prst="rect">
            <a:avLst/>
          </a:prstGeom>
        </p:spPr>
      </p:pic>
    </p:spTree>
    <p:extLst>
      <p:ext uri="{BB962C8B-B14F-4D97-AF65-F5344CB8AC3E}">
        <p14:creationId xmlns:p14="http://schemas.microsoft.com/office/powerpoint/2010/main" val="3687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
      <a:dk1>
        <a:srgbClr val="1C1C1C"/>
      </a:dk1>
      <a:lt1>
        <a:srgbClr val="FFFFFF"/>
      </a:lt1>
      <a:dk2>
        <a:srgbClr val="363736"/>
      </a:dk2>
      <a:lt2>
        <a:srgbClr val="E7E6E6"/>
      </a:lt2>
      <a:accent1>
        <a:srgbClr val="99CBED"/>
      </a:accent1>
      <a:accent2>
        <a:srgbClr val="FF8721"/>
      </a:accent2>
      <a:accent3>
        <a:srgbClr val="8247AD"/>
      </a:accent3>
      <a:accent4>
        <a:srgbClr val="BF17A1"/>
      </a:accent4>
      <a:accent5>
        <a:srgbClr val="F478C3"/>
      </a:accent5>
      <a:accent6>
        <a:srgbClr val="5B89B3"/>
      </a:accent6>
      <a:hlink>
        <a:srgbClr val="0562C0"/>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mo 2023" id="{392405B9-B822-AC4D-BD7C-5EAA2E815D92}" vid="{6859EF48-0C33-5B48-8DC9-E0B2F4E6EE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BB99808F89FFC4EA18C2ABB601DDE25" ma:contentTypeVersion="14" ma:contentTypeDescription="Create a new document." ma:contentTypeScope="" ma:versionID="eba476967d9649207f967a8426ec0213">
  <xsd:schema xmlns:xsd="http://www.w3.org/2001/XMLSchema" xmlns:xs="http://www.w3.org/2001/XMLSchema" xmlns:p="http://schemas.microsoft.com/office/2006/metadata/properties" xmlns:ns2="df361d50-7495-4393-b4dd-357b18128495" xmlns:ns3="e1eca527-23e6-43c4-9cf0-8c2e1ab1ec52" targetNamespace="http://schemas.microsoft.com/office/2006/metadata/properties" ma:root="true" ma:fieldsID="1a571e16b1979b50445bddd3d8178b6a" ns2:_="" ns3:_="">
    <xsd:import namespace="df361d50-7495-4393-b4dd-357b18128495"/>
    <xsd:import namespace="e1eca527-23e6-43c4-9cf0-8c2e1ab1ec5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3:SharedWithUsers" minOccurs="0"/>
                <xsd:element ref="ns3:SharedWithDetails" minOccurs="0"/>
                <xsd:element ref="ns2:MediaLengthInSeconds" minOccurs="0"/>
                <xsd:element ref="ns2:Video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361d50-7495-4393-b4dd-357b181284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VideoType" ma:index="21" nillable="true" ma:displayName="Video Type" ma:format="Dropdown" ma:internalName="VideoType">
      <xsd:simpleType>
        <xsd:restriction base="dms:Choice">
          <xsd:enumeration value="Announcement"/>
          <xsd:enumeration value="Sneak"/>
          <xsd:enumeration value="Customer Validation"/>
        </xsd:restriction>
      </xsd:simpleType>
    </xsd:element>
  </xsd:schema>
  <xsd:schema xmlns:xsd="http://www.w3.org/2001/XMLSchema" xmlns:xs="http://www.w3.org/2001/XMLSchema" xmlns:dms="http://schemas.microsoft.com/office/2006/documentManagement/types" xmlns:pc="http://schemas.microsoft.com/office/infopath/2007/PartnerControls" targetNamespace="e1eca527-23e6-43c4-9cf0-8c2e1ab1ec5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VideoType xmlns="df361d50-7495-4393-b4dd-357b1812849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13E6131-8C73-4562-BE27-FECE9D507BE2}">
  <ds:schemaRefs>
    <ds:schemaRef ds:uri="df361d50-7495-4393-b4dd-357b18128495"/>
    <ds:schemaRef ds:uri="e1eca527-23e6-43c4-9cf0-8c2e1ab1ec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F163F32-8B63-43E9-8516-7E1E7C7B4C17}">
  <ds:schemaRefs>
    <ds:schemaRef ds:uri="http://purl.org/dc/terms/"/>
    <ds:schemaRef ds:uri="df361d50-7495-4393-b4dd-357b18128495"/>
    <ds:schemaRef ds:uri="http://purl.org/dc/dcmityp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e1eca527-23e6-43c4-9cf0-8c2e1ab1ec52"/>
  </ds:schemaRefs>
</ds:datastoreItem>
</file>

<file path=customXml/itemProps3.xml><?xml version="1.0" encoding="utf-8"?>
<ds:datastoreItem xmlns:ds="http://schemas.openxmlformats.org/officeDocument/2006/customXml" ds:itemID="{B780951C-E63C-49D8-B58D-D966A6AC2D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4596</TotalTime>
  <Words>794</Words>
  <Application>Microsoft Macintosh PowerPoint</Application>
  <PresentationFormat>Widescreen</PresentationFormat>
  <Paragraphs>78</Paragraphs>
  <Slides>5</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Calibri</vt:lpstr>
      <vt:lpstr>Open Sans</vt:lpstr>
      <vt:lpstr>Open Sans ExtraBold</vt:lpstr>
      <vt:lpstr>Open Sans Light</vt:lpstr>
      <vt:lpstr>Open Sans SemiBold</vt:lpstr>
      <vt:lpstr>Open Sans SemiBold</vt:lpstr>
      <vt:lpstr>Office Theme</vt:lpstr>
      <vt:lpstr>Domo Brand Guide</vt:lpstr>
      <vt:lpstr>The Domo Colors</vt:lpstr>
      <vt:lpstr>The Domo Font</vt:lpstr>
      <vt:lpstr>The Domo Logo</vt:lpstr>
      <vt:lpstr>The Domo Logo – Dos and Don’ts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Wesley Holley</dc:creator>
  <cp:lastModifiedBy>Hannah Bennett</cp:lastModifiedBy>
  <cp:revision>14</cp:revision>
  <cp:lastPrinted>2021-04-15T20:26:42Z</cp:lastPrinted>
  <dcterms:created xsi:type="dcterms:W3CDTF">2023-06-14T16:56:57Z</dcterms:created>
  <dcterms:modified xsi:type="dcterms:W3CDTF">2026-05-29T15:15:35Z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0x010100FBB99808F89FFC4EA18C2ABB601DDE25</vt:lpwstr>
  </property>
</Properties>
</file>